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Lst>
  <p:sldSz cy="30279975" cx="42808525"/>
  <p:notesSz cx="6769100" cy="9906000"/>
  <p:embeddedFontLst>
    <p:embeddedFont>
      <p:font typeface="Helvetica Neue"/>
      <p:regular r:id="rId7"/>
      <p:bold r:id="rId8"/>
      <p:italic r:id="rId9"/>
      <p:boldItalic r:id="rId1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75">
          <p15:clr>
            <a:srgbClr val="000000"/>
          </p15:clr>
        </p15:guide>
        <p15:guide id="2" orient="horz" pos="17995">
          <p15:clr>
            <a:srgbClr val="000000"/>
          </p15:clr>
        </p15:guide>
        <p15:guide id="3" orient="horz" pos="4029">
          <p15:clr>
            <a:srgbClr val="000000"/>
          </p15:clr>
        </p15:guide>
        <p15:guide id="4" orient="horz" pos="576">
          <p15:clr>
            <a:srgbClr val="000000"/>
          </p15:clr>
        </p15:guide>
        <p15:guide id="5" orient="horz" pos="3211">
          <p15:clr>
            <a:srgbClr val="000000"/>
          </p15:clr>
        </p15:guide>
        <p15:guide id="6" pos="17486">
          <p15:clr>
            <a:srgbClr val="000000"/>
          </p15:clr>
        </p15:guide>
        <p15:guide id="7" pos="8712">
          <p15:clr>
            <a:srgbClr val="000000"/>
          </p15:clr>
        </p15:guide>
        <p15:guide id="8" pos="26278">
          <p15:clr>
            <a:srgbClr val="000000"/>
          </p15:clr>
        </p15:guide>
        <p15:guide id="9" pos="654">
          <p15:clr>
            <a:srgbClr val="000000"/>
          </p15:clr>
        </p15:guide>
        <p15:guide id="10" pos="18284">
          <p15:clr>
            <a:srgbClr val="000000"/>
          </p15:clr>
        </p15:guide>
        <p15:guide id="11" pos="13667">
          <p15:clr>
            <a:srgbClr val="000000"/>
          </p15:clr>
        </p15:guide>
        <p15:guide id="12" pos="9511">
          <p15:clr>
            <a:srgbClr val="000000"/>
          </p15:clr>
        </p15:guide>
        <p15:guide id="13" pos="13284">
          <p15:clr>
            <a:srgbClr val="000000"/>
          </p15:clr>
        </p15:guide>
      </p15:sldGuideLst>
    </p:ext>
    <p:ext uri="{2D200454-40CA-4A62-9FC3-DE9A4176ACB9}">
      <p15:notesGuideLst>
        <p15:guide id="1" orient="horz" pos="3120">
          <p15:clr>
            <a:srgbClr val="000000"/>
          </p15:clr>
        </p15:guide>
        <p15:guide id="2" pos="2132">
          <p15:clr>
            <a:srgbClr val="000000"/>
          </p15:clr>
        </p15:guide>
      </p15:notes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75" orient="horz"/>
        <p:guide pos="17995" orient="horz"/>
        <p:guide pos="4029" orient="horz"/>
        <p:guide pos="576" orient="horz"/>
        <p:guide pos="3211" orient="horz"/>
        <p:guide pos="17486"/>
        <p:guide pos="8712"/>
        <p:guide pos="26278"/>
        <p:guide pos="654"/>
        <p:guide pos="18284"/>
        <p:guide pos="13667"/>
        <p:guide pos="9511"/>
        <p:guide pos="13284"/>
      </p:guideLst>
    </p:cSldViewPr>
  </p:slideViewPr>
  <p:notesViewPr>
    <p:cSldViewPr snapToGrid="0">
      <p:cViewPr varScale="1">
        <p:scale>
          <a:sx n="100" d="100"/>
          <a:sy n="100" d="100"/>
        </p:scale>
        <p:origin x="0" y="0"/>
      </p:cViewPr>
      <p:guideLst>
        <p:guide pos="3120" orient="horz"/>
        <p:guide pos="2132"/>
      </p:guideLst>
    </p:cSldViewPr>
  </p:notes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10" Type="http://schemas.openxmlformats.org/officeDocument/2006/relationships/font" Target="fonts/HelveticaNeue-boldItalic.fntdata"/><Relationship Id="rId9" Type="http://schemas.openxmlformats.org/officeDocument/2006/relationships/font" Target="fonts/HelveticaNeue-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font" Target="fonts/HelveticaNeue-regular.fntdata"/><Relationship Id="rId8" Type="http://schemas.openxmlformats.org/officeDocument/2006/relationships/font" Target="fonts/HelveticaNeue-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33700" cy="4953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9pPr>
          </a:lstStyle>
          <a:p/>
        </p:txBody>
      </p:sp>
      <p:sp>
        <p:nvSpPr>
          <p:cNvPr id="4" name="Google Shape;4;n"/>
          <p:cNvSpPr txBox="1"/>
          <p:nvPr>
            <p:ph idx="10" type="dt"/>
          </p:nvPr>
        </p:nvSpPr>
        <p:spPr>
          <a:xfrm>
            <a:off x="3833812" y="0"/>
            <a:ext cx="2933700" cy="495300"/>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SzPts val="1400"/>
              <a:buNone/>
              <a:defRPr b="0" i="0" sz="12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9pPr>
          </a:lstStyle>
          <a:p/>
        </p:txBody>
      </p:sp>
      <p:sp>
        <p:nvSpPr>
          <p:cNvPr id="5" name="Google Shape;5;n"/>
          <p:cNvSpPr/>
          <p:nvPr>
            <p:ph idx="3" type="sldImg"/>
          </p:nvPr>
        </p:nvSpPr>
        <p:spPr>
          <a:xfrm>
            <a:off x="758825" y="742950"/>
            <a:ext cx="5251450" cy="3714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miter lim="8000"/>
            <a:headEnd len="sm" w="sm" type="none"/>
            <a:tailEnd len="sm" w="sm" type="none"/>
          </a:ln>
        </p:spPr>
      </p:sp>
      <p:sp>
        <p:nvSpPr>
          <p:cNvPr id="6" name="Google Shape;6;n"/>
          <p:cNvSpPr txBox="1"/>
          <p:nvPr>
            <p:ph idx="1" type="body"/>
          </p:nvPr>
        </p:nvSpPr>
        <p:spPr>
          <a:xfrm>
            <a:off x="676275" y="4705350"/>
            <a:ext cx="5416550" cy="44577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7" name="Google Shape;7;n"/>
          <p:cNvSpPr txBox="1"/>
          <p:nvPr>
            <p:ph idx="11" type="ftr"/>
          </p:nvPr>
        </p:nvSpPr>
        <p:spPr>
          <a:xfrm>
            <a:off x="0" y="9409112"/>
            <a:ext cx="2933700" cy="495300"/>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rgbClr val="000000"/>
                </a:solidFill>
                <a:latin typeface="Arial"/>
                <a:ea typeface="Arial"/>
                <a:cs typeface="Arial"/>
                <a:sym typeface="Arial"/>
              </a:defRPr>
            </a:lvl9pPr>
          </a:lstStyle>
          <a:p/>
        </p:txBody>
      </p:sp>
      <p:sp>
        <p:nvSpPr>
          <p:cNvPr id="8" name="Google Shape;8;n"/>
          <p:cNvSpPr txBox="1"/>
          <p:nvPr>
            <p:ph idx="12" type="sldNum"/>
          </p:nvPr>
        </p:nvSpPr>
        <p:spPr>
          <a:xfrm>
            <a:off x="3833812" y="9409112"/>
            <a:ext cx="2933700" cy="4953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rgbClr val="000000"/>
                </a:solidFill>
                <a:latin typeface="Arial"/>
                <a:ea typeface="Arial"/>
                <a:cs typeface="Arial"/>
                <a:sym typeface="Arial"/>
              </a:rPr>
              <a:t>‹#›</a:t>
            </a:fld>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1:notes"/>
          <p:cNvSpPr/>
          <p:nvPr>
            <p:ph idx="2" type="sldImg"/>
          </p:nvPr>
        </p:nvSpPr>
        <p:spPr>
          <a:xfrm>
            <a:off x="758825" y="742950"/>
            <a:ext cx="5251450" cy="37147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5242"/>
            <a:headEnd len="sm" w="sm" type="none"/>
            <a:tailEnd len="sm" w="sm" type="none"/>
          </a:ln>
        </p:spPr>
      </p:sp>
      <p:sp>
        <p:nvSpPr>
          <p:cNvPr id="86" name="Google Shape;86;p1:notes"/>
          <p:cNvSpPr txBox="1"/>
          <p:nvPr>
            <p:ph idx="1" type="body"/>
          </p:nvPr>
        </p:nvSpPr>
        <p:spPr>
          <a:xfrm>
            <a:off x="676275" y="4705350"/>
            <a:ext cx="5416550" cy="44577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7" name="Google Shape;87;p1:notes"/>
          <p:cNvSpPr txBox="1"/>
          <p:nvPr/>
        </p:nvSpPr>
        <p:spPr>
          <a:xfrm>
            <a:off x="3833812" y="9409112"/>
            <a:ext cx="2933700" cy="4953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a:solidFill>
                  <a:srgbClr val="000000"/>
                </a:solidFill>
                <a:latin typeface="Arial"/>
                <a:ea typeface="Arial"/>
                <a:cs typeface="Arial"/>
                <a:sym typeface="Arial"/>
              </a:rPr>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 name="Shape 15"/>
        <p:cNvGrpSpPr/>
        <p:nvPr/>
      </p:nvGrpSpPr>
      <p:grpSpPr>
        <a:xfrm>
          <a:off x="0" y="0"/>
          <a:ext cx="0" cy="0"/>
          <a:chOff x="0" y="0"/>
          <a:chExt cx="0" cy="0"/>
        </a:xfrm>
      </p:grpSpPr>
      <p:sp>
        <p:nvSpPr>
          <p:cNvPr id="16" name="Google Shape;16;p2"/>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2"/>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 name="Google Shape;18;p2"/>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9" name="Shape 19"/>
        <p:cNvGrpSpPr/>
        <p:nvPr/>
      </p:nvGrpSpPr>
      <p:grpSpPr>
        <a:xfrm>
          <a:off x="0" y="0"/>
          <a:ext cx="0" cy="0"/>
          <a:chOff x="0" y="0"/>
          <a:chExt cx="0" cy="0"/>
        </a:xfrm>
      </p:grpSpPr>
      <p:sp>
        <p:nvSpPr>
          <p:cNvPr id="20" name="Google Shape;20;p3"/>
          <p:cNvSpPr txBox="1"/>
          <p:nvPr>
            <p:ph type="title"/>
          </p:nvPr>
        </p:nvSpPr>
        <p:spPr>
          <a:xfrm rot="5400000">
            <a:off x="40985125" y="4041183"/>
            <a:ext cx="17134473" cy="12859766"/>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21" name="Google Shape;21;p3"/>
          <p:cNvSpPr txBox="1"/>
          <p:nvPr>
            <p:ph idx="1" type="body"/>
          </p:nvPr>
        </p:nvSpPr>
        <p:spPr>
          <a:xfrm rot="5400000">
            <a:off x="15153667" y="-8711229"/>
            <a:ext cx="17134473" cy="38364591"/>
          </a:xfrm>
          <a:prstGeom prst="rect">
            <a:avLst/>
          </a:prstGeom>
          <a:noFill/>
          <a:ln>
            <a:noFill/>
          </a:ln>
        </p:spPr>
        <p:txBody>
          <a:bodyPr anchorCtr="0" anchor="t" bIns="224575" lIns="449175" spcFirstLastPara="1" rIns="449175" wrap="square" tIns="224575">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2" name="Google Shape;22;p3"/>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3"/>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 name="Google Shape;24;p3"/>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25" name="Shape 25"/>
        <p:cNvGrpSpPr/>
        <p:nvPr/>
      </p:nvGrpSpPr>
      <p:grpSpPr>
        <a:xfrm>
          <a:off x="0" y="0"/>
          <a:ext cx="0" cy="0"/>
          <a:chOff x="0" y="0"/>
          <a:chExt cx="0" cy="0"/>
        </a:xfrm>
      </p:grpSpPr>
      <p:sp>
        <p:nvSpPr>
          <p:cNvPr id="26" name="Google Shape;26;p4"/>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27" name="Google Shape;27;p4"/>
          <p:cNvSpPr txBox="1"/>
          <p:nvPr>
            <p:ph idx="1" type="body"/>
          </p:nvPr>
        </p:nvSpPr>
        <p:spPr>
          <a:xfrm rot="5400000">
            <a:off x="12319794" y="-362744"/>
            <a:ext cx="18168937" cy="36388675"/>
          </a:xfrm>
          <a:prstGeom prst="rect">
            <a:avLst/>
          </a:prstGeom>
          <a:noFill/>
          <a:ln>
            <a:noFill/>
          </a:ln>
        </p:spPr>
        <p:txBody>
          <a:bodyPr anchorCtr="0" anchor="t" bIns="224575" lIns="449175" spcFirstLastPara="1" rIns="449175" wrap="square" tIns="224575">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8" name="Google Shape;28;p4"/>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4"/>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4"/>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31" name="Shape 31"/>
        <p:cNvGrpSpPr/>
        <p:nvPr/>
      </p:nvGrpSpPr>
      <p:grpSpPr>
        <a:xfrm>
          <a:off x="0" y="0"/>
          <a:ext cx="0" cy="0"/>
          <a:chOff x="0" y="0"/>
          <a:chExt cx="0" cy="0"/>
        </a:xfrm>
      </p:grpSpPr>
      <p:sp>
        <p:nvSpPr>
          <p:cNvPr id="32" name="Google Shape;32;p5"/>
          <p:cNvSpPr txBox="1"/>
          <p:nvPr>
            <p:ph type="title"/>
          </p:nvPr>
        </p:nvSpPr>
        <p:spPr>
          <a:xfrm>
            <a:off x="11861595" y="14992664"/>
            <a:ext cx="36313423" cy="1769967"/>
          </a:xfrm>
          <a:prstGeom prst="rect">
            <a:avLst/>
          </a:prstGeom>
          <a:noFill/>
          <a:ln>
            <a:noFill/>
          </a:ln>
        </p:spPr>
        <p:txBody>
          <a:bodyPr anchorCtr="0" anchor="b" bIns="224575" lIns="449175" spcFirstLastPara="1" rIns="449175" wrap="square" tIns="224575">
            <a:noAutofit/>
          </a:bodyPr>
          <a:lstStyle>
            <a:lvl1pPr lvl="0" algn="l">
              <a:spcBef>
                <a:spcPts val="0"/>
              </a:spcBef>
              <a:spcAft>
                <a:spcPts val="0"/>
              </a:spcAft>
              <a:buSzPts val="1400"/>
              <a:buNone/>
              <a:defRPr b="1" sz="2000"/>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33" name="Google Shape;33;p5"/>
          <p:cNvSpPr/>
          <p:nvPr>
            <p:ph idx="2" type="pic"/>
          </p:nvPr>
        </p:nvSpPr>
        <p:spPr>
          <a:xfrm>
            <a:off x="11861595" y="1914056"/>
            <a:ext cx="36313423" cy="12850855"/>
          </a:xfrm>
          <a:prstGeom prst="rect">
            <a:avLst/>
          </a:prstGeom>
          <a:noFill/>
          <a:ln>
            <a:noFill/>
          </a:ln>
        </p:spPr>
      </p:sp>
      <p:sp>
        <p:nvSpPr>
          <p:cNvPr id="34" name="Google Shape;34;p5"/>
          <p:cNvSpPr txBox="1"/>
          <p:nvPr>
            <p:ph idx="1" type="body"/>
          </p:nvPr>
        </p:nvSpPr>
        <p:spPr>
          <a:xfrm>
            <a:off x="11861595" y="16762631"/>
            <a:ext cx="36313423" cy="2513651"/>
          </a:xfrm>
          <a:prstGeom prst="rect">
            <a:avLst/>
          </a:prstGeom>
          <a:noFill/>
          <a:ln>
            <a:noFill/>
          </a:ln>
        </p:spPr>
        <p:txBody>
          <a:bodyPr anchorCtr="0" anchor="t" bIns="224575" lIns="449175" spcFirstLastPara="1" rIns="449175" wrap="square" tIns="224575">
            <a:noAutofit/>
          </a:bodyPr>
          <a:lstStyle>
            <a:lvl1pPr indent="-228600" lvl="0" marL="457200" algn="l">
              <a:spcBef>
                <a:spcPts val="280"/>
              </a:spcBef>
              <a:spcAft>
                <a:spcPts val="0"/>
              </a:spcAft>
              <a:buClr>
                <a:schemeClr val="dk1"/>
              </a:buClr>
              <a:buSzPts val="1400"/>
              <a:buFont typeface="Times New Roman"/>
              <a:buNone/>
              <a:defRPr sz="1400"/>
            </a:lvl1pPr>
            <a:lvl2pPr indent="-228600" lvl="1" marL="914400" algn="l">
              <a:spcBef>
                <a:spcPts val="240"/>
              </a:spcBef>
              <a:spcAft>
                <a:spcPts val="0"/>
              </a:spcAft>
              <a:buClr>
                <a:schemeClr val="dk1"/>
              </a:buClr>
              <a:buSzPts val="1200"/>
              <a:buFont typeface="Times New Roman"/>
              <a:buNone/>
              <a:defRPr sz="1200"/>
            </a:lvl2pPr>
            <a:lvl3pPr indent="-228600" lvl="2" marL="1371600" algn="l">
              <a:spcBef>
                <a:spcPts val="200"/>
              </a:spcBef>
              <a:spcAft>
                <a:spcPts val="0"/>
              </a:spcAft>
              <a:buClr>
                <a:schemeClr val="dk1"/>
              </a:buClr>
              <a:buSzPts val="1000"/>
              <a:buFont typeface="Times New Roman"/>
              <a:buNone/>
              <a:defRPr sz="1000"/>
            </a:lvl3pPr>
            <a:lvl4pPr indent="-228600" lvl="3" marL="1828800" algn="l">
              <a:spcBef>
                <a:spcPts val="180"/>
              </a:spcBef>
              <a:spcAft>
                <a:spcPts val="0"/>
              </a:spcAft>
              <a:buClr>
                <a:schemeClr val="dk1"/>
              </a:buClr>
              <a:buSzPts val="900"/>
              <a:buFont typeface="Times New Roman"/>
              <a:buNone/>
              <a:defRPr sz="900"/>
            </a:lvl4pPr>
            <a:lvl5pPr indent="-228600" lvl="4" marL="2286000" algn="l">
              <a:spcBef>
                <a:spcPts val="180"/>
              </a:spcBef>
              <a:spcAft>
                <a:spcPts val="0"/>
              </a:spcAft>
              <a:buClr>
                <a:schemeClr val="dk1"/>
              </a:buClr>
              <a:buSzPts val="900"/>
              <a:buFont typeface="Times New Roman"/>
              <a:buNone/>
              <a:defRPr sz="900"/>
            </a:lvl5pPr>
            <a:lvl6pPr indent="-228600" lvl="5" marL="2743200" algn="l">
              <a:spcBef>
                <a:spcPts val="180"/>
              </a:spcBef>
              <a:spcAft>
                <a:spcPts val="0"/>
              </a:spcAft>
              <a:buClr>
                <a:schemeClr val="dk1"/>
              </a:buClr>
              <a:buSzPts val="900"/>
              <a:buFont typeface="Times New Roman"/>
              <a:buNone/>
              <a:defRPr sz="900"/>
            </a:lvl6pPr>
            <a:lvl7pPr indent="-228600" lvl="6" marL="3200400" algn="l">
              <a:spcBef>
                <a:spcPts val="180"/>
              </a:spcBef>
              <a:spcAft>
                <a:spcPts val="0"/>
              </a:spcAft>
              <a:buClr>
                <a:schemeClr val="dk1"/>
              </a:buClr>
              <a:buSzPts val="900"/>
              <a:buFont typeface="Times New Roman"/>
              <a:buNone/>
              <a:defRPr sz="900"/>
            </a:lvl7pPr>
            <a:lvl8pPr indent="-228600" lvl="7" marL="3657600" algn="l">
              <a:spcBef>
                <a:spcPts val="180"/>
              </a:spcBef>
              <a:spcAft>
                <a:spcPts val="0"/>
              </a:spcAft>
              <a:buClr>
                <a:schemeClr val="dk1"/>
              </a:buClr>
              <a:buSzPts val="900"/>
              <a:buFont typeface="Times New Roman"/>
              <a:buNone/>
              <a:defRPr sz="900"/>
            </a:lvl8pPr>
            <a:lvl9pPr indent="-228600" lvl="8" marL="4114800" algn="l">
              <a:spcBef>
                <a:spcPts val="180"/>
              </a:spcBef>
              <a:spcAft>
                <a:spcPts val="0"/>
              </a:spcAft>
              <a:buClr>
                <a:schemeClr val="dk1"/>
              </a:buClr>
              <a:buSzPts val="900"/>
              <a:buFont typeface="Times New Roman"/>
              <a:buNone/>
              <a:defRPr sz="900"/>
            </a:lvl9pPr>
          </a:lstStyle>
          <a:p/>
        </p:txBody>
      </p:sp>
      <p:sp>
        <p:nvSpPr>
          <p:cNvPr id="35" name="Google Shape;35;p5"/>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6" name="Google Shape;36;p5"/>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5"/>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38" name="Shape 38"/>
        <p:cNvGrpSpPr/>
        <p:nvPr/>
      </p:nvGrpSpPr>
      <p:grpSpPr>
        <a:xfrm>
          <a:off x="0" y="0"/>
          <a:ext cx="0" cy="0"/>
          <a:chOff x="0" y="0"/>
          <a:chExt cx="0" cy="0"/>
        </a:xfrm>
      </p:grpSpPr>
      <p:sp>
        <p:nvSpPr>
          <p:cNvPr id="39" name="Google Shape;39;p6"/>
          <p:cNvSpPr txBox="1"/>
          <p:nvPr>
            <p:ph type="title"/>
          </p:nvPr>
        </p:nvSpPr>
        <p:spPr>
          <a:xfrm>
            <a:off x="3026501" y="852448"/>
            <a:ext cx="19910939" cy="3629177"/>
          </a:xfrm>
          <a:prstGeom prst="rect">
            <a:avLst/>
          </a:prstGeom>
          <a:noFill/>
          <a:ln>
            <a:noFill/>
          </a:ln>
        </p:spPr>
        <p:txBody>
          <a:bodyPr anchorCtr="0" anchor="b" bIns="224575" lIns="449175" spcFirstLastPara="1" rIns="449175" wrap="square" tIns="224575">
            <a:noAutofit/>
          </a:bodyPr>
          <a:lstStyle>
            <a:lvl1pPr lvl="0" algn="l">
              <a:spcBef>
                <a:spcPts val="0"/>
              </a:spcBef>
              <a:spcAft>
                <a:spcPts val="0"/>
              </a:spcAft>
              <a:buSzPts val="1400"/>
              <a:buNone/>
              <a:defRPr b="1" sz="2000"/>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40" name="Google Shape;40;p6"/>
          <p:cNvSpPr txBox="1"/>
          <p:nvPr>
            <p:ph idx="1" type="body"/>
          </p:nvPr>
        </p:nvSpPr>
        <p:spPr>
          <a:xfrm>
            <a:off x="23661515" y="852448"/>
            <a:ext cx="33832837" cy="18279746"/>
          </a:xfrm>
          <a:prstGeom prst="rect">
            <a:avLst/>
          </a:prstGeom>
          <a:noFill/>
          <a:ln>
            <a:noFill/>
          </a:ln>
        </p:spPr>
        <p:txBody>
          <a:bodyPr anchorCtr="0" anchor="t" bIns="224575" lIns="449175" spcFirstLastPara="1" rIns="449175" wrap="square" tIns="224575">
            <a:noAutofit/>
          </a:bodyPr>
          <a:lstStyle>
            <a:lvl1pPr indent="-431800" lvl="0" marL="457200" algn="l">
              <a:spcBef>
                <a:spcPts val="640"/>
              </a:spcBef>
              <a:spcAft>
                <a:spcPts val="0"/>
              </a:spcAft>
              <a:buClr>
                <a:schemeClr val="dk1"/>
              </a:buClr>
              <a:buSzPts val="3200"/>
              <a:buFont typeface="Times New Roman"/>
              <a:buChar char="•"/>
              <a:defRPr sz="3200"/>
            </a:lvl1pPr>
            <a:lvl2pPr indent="-406400" lvl="1" marL="914400" algn="l">
              <a:spcBef>
                <a:spcPts val="560"/>
              </a:spcBef>
              <a:spcAft>
                <a:spcPts val="0"/>
              </a:spcAft>
              <a:buClr>
                <a:schemeClr val="dk1"/>
              </a:buClr>
              <a:buSzPts val="2800"/>
              <a:buFont typeface="Times New Roman"/>
              <a:buChar char="–"/>
              <a:defRPr sz="2800"/>
            </a:lvl2pPr>
            <a:lvl3pPr indent="-381000" lvl="2" marL="1371600" algn="l">
              <a:spcBef>
                <a:spcPts val="480"/>
              </a:spcBef>
              <a:spcAft>
                <a:spcPts val="0"/>
              </a:spcAft>
              <a:buClr>
                <a:schemeClr val="dk1"/>
              </a:buClr>
              <a:buSzPts val="2400"/>
              <a:buFont typeface="Times New Roman"/>
              <a:buChar char="•"/>
              <a:defRPr sz="2400"/>
            </a:lvl3pPr>
            <a:lvl4pPr indent="-355600" lvl="3" marL="1828800" algn="l">
              <a:spcBef>
                <a:spcPts val="400"/>
              </a:spcBef>
              <a:spcAft>
                <a:spcPts val="0"/>
              </a:spcAft>
              <a:buClr>
                <a:schemeClr val="dk1"/>
              </a:buClr>
              <a:buSzPts val="2000"/>
              <a:buFont typeface="Times New Roman"/>
              <a:buChar char="–"/>
              <a:defRPr sz="2000"/>
            </a:lvl4pPr>
            <a:lvl5pPr indent="-355600" lvl="4" marL="2286000" algn="l">
              <a:spcBef>
                <a:spcPts val="400"/>
              </a:spcBef>
              <a:spcAft>
                <a:spcPts val="0"/>
              </a:spcAft>
              <a:buClr>
                <a:schemeClr val="dk1"/>
              </a:buClr>
              <a:buSzPts val="2000"/>
              <a:buFont typeface="Times New Roman"/>
              <a:buChar char="»"/>
              <a:defRPr sz="2000"/>
            </a:lvl5pPr>
            <a:lvl6pPr indent="-355600" lvl="5" marL="2743200" algn="l">
              <a:spcBef>
                <a:spcPts val="400"/>
              </a:spcBef>
              <a:spcAft>
                <a:spcPts val="0"/>
              </a:spcAft>
              <a:buClr>
                <a:schemeClr val="dk1"/>
              </a:buClr>
              <a:buSzPts val="2000"/>
              <a:buFont typeface="Times New Roman"/>
              <a:buChar char="»"/>
              <a:defRPr sz="2000"/>
            </a:lvl6pPr>
            <a:lvl7pPr indent="-355600" lvl="6" marL="3200400" algn="l">
              <a:spcBef>
                <a:spcPts val="400"/>
              </a:spcBef>
              <a:spcAft>
                <a:spcPts val="0"/>
              </a:spcAft>
              <a:buClr>
                <a:schemeClr val="dk1"/>
              </a:buClr>
              <a:buSzPts val="2000"/>
              <a:buFont typeface="Times New Roman"/>
              <a:buChar char="»"/>
              <a:defRPr sz="2000"/>
            </a:lvl7pPr>
            <a:lvl8pPr indent="-355600" lvl="7" marL="3657600" algn="l">
              <a:spcBef>
                <a:spcPts val="400"/>
              </a:spcBef>
              <a:spcAft>
                <a:spcPts val="0"/>
              </a:spcAft>
              <a:buClr>
                <a:schemeClr val="dk1"/>
              </a:buClr>
              <a:buSzPts val="2000"/>
              <a:buFont typeface="Times New Roman"/>
              <a:buChar char="»"/>
              <a:defRPr sz="2000"/>
            </a:lvl8pPr>
            <a:lvl9pPr indent="-355600" lvl="8" marL="4114800" algn="l">
              <a:spcBef>
                <a:spcPts val="400"/>
              </a:spcBef>
              <a:spcAft>
                <a:spcPts val="0"/>
              </a:spcAft>
              <a:buClr>
                <a:schemeClr val="dk1"/>
              </a:buClr>
              <a:buSzPts val="2000"/>
              <a:buFont typeface="Times New Roman"/>
              <a:buChar char="»"/>
              <a:defRPr sz="2000"/>
            </a:lvl9pPr>
          </a:lstStyle>
          <a:p/>
        </p:txBody>
      </p:sp>
      <p:sp>
        <p:nvSpPr>
          <p:cNvPr id="41" name="Google Shape;41;p6"/>
          <p:cNvSpPr txBox="1"/>
          <p:nvPr>
            <p:ph idx="2" type="body"/>
          </p:nvPr>
        </p:nvSpPr>
        <p:spPr>
          <a:xfrm>
            <a:off x="3026501" y="4481624"/>
            <a:ext cx="19910939" cy="14650569"/>
          </a:xfrm>
          <a:prstGeom prst="rect">
            <a:avLst/>
          </a:prstGeom>
          <a:noFill/>
          <a:ln>
            <a:noFill/>
          </a:ln>
        </p:spPr>
        <p:txBody>
          <a:bodyPr anchorCtr="0" anchor="t" bIns="224575" lIns="449175" spcFirstLastPara="1" rIns="449175" wrap="square" tIns="224575">
            <a:noAutofit/>
          </a:bodyPr>
          <a:lstStyle>
            <a:lvl1pPr indent="-228600" lvl="0" marL="457200" algn="l">
              <a:spcBef>
                <a:spcPts val="280"/>
              </a:spcBef>
              <a:spcAft>
                <a:spcPts val="0"/>
              </a:spcAft>
              <a:buClr>
                <a:schemeClr val="dk1"/>
              </a:buClr>
              <a:buSzPts val="1400"/>
              <a:buFont typeface="Times New Roman"/>
              <a:buNone/>
              <a:defRPr sz="1400"/>
            </a:lvl1pPr>
            <a:lvl2pPr indent="-228600" lvl="1" marL="914400" algn="l">
              <a:spcBef>
                <a:spcPts val="240"/>
              </a:spcBef>
              <a:spcAft>
                <a:spcPts val="0"/>
              </a:spcAft>
              <a:buClr>
                <a:schemeClr val="dk1"/>
              </a:buClr>
              <a:buSzPts val="1200"/>
              <a:buFont typeface="Times New Roman"/>
              <a:buNone/>
              <a:defRPr sz="1200"/>
            </a:lvl2pPr>
            <a:lvl3pPr indent="-228600" lvl="2" marL="1371600" algn="l">
              <a:spcBef>
                <a:spcPts val="200"/>
              </a:spcBef>
              <a:spcAft>
                <a:spcPts val="0"/>
              </a:spcAft>
              <a:buClr>
                <a:schemeClr val="dk1"/>
              </a:buClr>
              <a:buSzPts val="1000"/>
              <a:buFont typeface="Times New Roman"/>
              <a:buNone/>
              <a:defRPr sz="1000"/>
            </a:lvl3pPr>
            <a:lvl4pPr indent="-228600" lvl="3" marL="1828800" algn="l">
              <a:spcBef>
                <a:spcPts val="180"/>
              </a:spcBef>
              <a:spcAft>
                <a:spcPts val="0"/>
              </a:spcAft>
              <a:buClr>
                <a:schemeClr val="dk1"/>
              </a:buClr>
              <a:buSzPts val="900"/>
              <a:buFont typeface="Times New Roman"/>
              <a:buNone/>
              <a:defRPr sz="900"/>
            </a:lvl4pPr>
            <a:lvl5pPr indent="-228600" lvl="4" marL="2286000" algn="l">
              <a:spcBef>
                <a:spcPts val="180"/>
              </a:spcBef>
              <a:spcAft>
                <a:spcPts val="0"/>
              </a:spcAft>
              <a:buClr>
                <a:schemeClr val="dk1"/>
              </a:buClr>
              <a:buSzPts val="900"/>
              <a:buFont typeface="Times New Roman"/>
              <a:buNone/>
              <a:defRPr sz="900"/>
            </a:lvl5pPr>
            <a:lvl6pPr indent="-228600" lvl="5" marL="2743200" algn="l">
              <a:spcBef>
                <a:spcPts val="180"/>
              </a:spcBef>
              <a:spcAft>
                <a:spcPts val="0"/>
              </a:spcAft>
              <a:buClr>
                <a:schemeClr val="dk1"/>
              </a:buClr>
              <a:buSzPts val="900"/>
              <a:buFont typeface="Times New Roman"/>
              <a:buNone/>
              <a:defRPr sz="900"/>
            </a:lvl6pPr>
            <a:lvl7pPr indent="-228600" lvl="6" marL="3200400" algn="l">
              <a:spcBef>
                <a:spcPts val="180"/>
              </a:spcBef>
              <a:spcAft>
                <a:spcPts val="0"/>
              </a:spcAft>
              <a:buClr>
                <a:schemeClr val="dk1"/>
              </a:buClr>
              <a:buSzPts val="900"/>
              <a:buFont typeface="Times New Roman"/>
              <a:buNone/>
              <a:defRPr sz="900"/>
            </a:lvl7pPr>
            <a:lvl8pPr indent="-228600" lvl="7" marL="3657600" algn="l">
              <a:spcBef>
                <a:spcPts val="180"/>
              </a:spcBef>
              <a:spcAft>
                <a:spcPts val="0"/>
              </a:spcAft>
              <a:buClr>
                <a:schemeClr val="dk1"/>
              </a:buClr>
              <a:buSzPts val="900"/>
              <a:buFont typeface="Times New Roman"/>
              <a:buNone/>
              <a:defRPr sz="900"/>
            </a:lvl8pPr>
            <a:lvl9pPr indent="-228600" lvl="8" marL="4114800" algn="l">
              <a:spcBef>
                <a:spcPts val="180"/>
              </a:spcBef>
              <a:spcAft>
                <a:spcPts val="0"/>
              </a:spcAft>
              <a:buClr>
                <a:schemeClr val="dk1"/>
              </a:buClr>
              <a:buSzPts val="900"/>
              <a:buFont typeface="Times New Roman"/>
              <a:buNone/>
              <a:defRPr sz="900"/>
            </a:lvl9pPr>
          </a:lstStyle>
          <a:p/>
        </p:txBody>
      </p:sp>
      <p:sp>
        <p:nvSpPr>
          <p:cNvPr id="42" name="Google Shape;42;p6"/>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6"/>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6"/>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5" name="Shape 45"/>
        <p:cNvGrpSpPr/>
        <p:nvPr/>
      </p:nvGrpSpPr>
      <p:grpSpPr>
        <a:xfrm>
          <a:off x="0" y="0"/>
          <a:ext cx="0" cy="0"/>
          <a:chOff x="0" y="0"/>
          <a:chExt cx="0" cy="0"/>
        </a:xfrm>
      </p:grpSpPr>
      <p:sp>
        <p:nvSpPr>
          <p:cNvPr id="46" name="Google Shape;46;p7"/>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47" name="Google Shape;47;p7"/>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7"/>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9" name="Google Shape;49;p7"/>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50" name="Shape 50"/>
        <p:cNvGrpSpPr/>
        <p:nvPr/>
      </p:nvGrpSpPr>
      <p:grpSpPr>
        <a:xfrm>
          <a:off x="0" y="0"/>
          <a:ext cx="0" cy="0"/>
          <a:chOff x="0" y="0"/>
          <a:chExt cx="0" cy="0"/>
        </a:xfrm>
      </p:grpSpPr>
      <p:sp>
        <p:nvSpPr>
          <p:cNvPr id="51" name="Google Shape;51;p8"/>
          <p:cNvSpPr txBox="1"/>
          <p:nvPr>
            <p:ph type="title"/>
          </p:nvPr>
        </p:nvSpPr>
        <p:spPr>
          <a:xfrm>
            <a:off x="3026501" y="858026"/>
            <a:ext cx="54467851" cy="356968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52" name="Google Shape;52;p8"/>
          <p:cNvSpPr txBox="1"/>
          <p:nvPr>
            <p:ph idx="1" type="body"/>
          </p:nvPr>
        </p:nvSpPr>
        <p:spPr>
          <a:xfrm>
            <a:off x="3026500" y="4793972"/>
            <a:ext cx="26740548" cy="1998650"/>
          </a:xfrm>
          <a:prstGeom prst="rect">
            <a:avLst/>
          </a:prstGeom>
          <a:noFill/>
          <a:ln>
            <a:noFill/>
          </a:ln>
        </p:spPr>
        <p:txBody>
          <a:bodyPr anchorCtr="0" anchor="b" bIns="224575" lIns="449175" spcFirstLastPara="1" rIns="449175" wrap="square" tIns="224575">
            <a:noAutofit/>
          </a:bodyPr>
          <a:lstStyle>
            <a:lvl1pPr indent="-228600" lvl="0" marL="457200" algn="l">
              <a:spcBef>
                <a:spcPts val="480"/>
              </a:spcBef>
              <a:spcAft>
                <a:spcPts val="0"/>
              </a:spcAft>
              <a:buClr>
                <a:schemeClr val="dk1"/>
              </a:buClr>
              <a:buSzPts val="2400"/>
              <a:buFont typeface="Times New Roman"/>
              <a:buNone/>
              <a:defRPr b="1" sz="2400"/>
            </a:lvl1pPr>
            <a:lvl2pPr indent="-228600" lvl="1" marL="914400" algn="l">
              <a:spcBef>
                <a:spcPts val="400"/>
              </a:spcBef>
              <a:spcAft>
                <a:spcPts val="0"/>
              </a:spcAft>
              <a:buClr>
                <a:schemeClr val="dk1"/>
              </a:buClr>
              <a:buSzPts val="2000"/>
              <a:buFont typeface="Times New Roman"/>
              <a:buNone/>
              <a:defRPr b="1" sz="2000"/>
            </a:lvl2pPr>
            <a:lvl3pPr indent="-228600" lvl="2" marL="1371600" algn="l">
              <a:spcBef>
                <a:spcPts val="360"/>
              </a:spcBef>
              <a:spcAft>
                <a:spcPts val="0"/>
              </a:spcAft>
              <a:buClr>
                <a:schemeClr val="dk1"/>
              </a:buClr>
              <a:buSzPts val="1800"/>
              <a:buFont typeface="Times New Roman"/>
              <a:buNone/>
              <a:defRPr b="1" sz="1800"/>
            </a:lvl3pPr>
            <a:lvl4pPr indent="-228600" lvl="3" marL="1828800" algn="l">
              <a:spcBef>
                <a:spcPts val="320"/>
              </a:spcBef>
              <a:spcAft>
                <a:spcPts val="0"/>
              </a:spcAft>
              <a:buClr>
                <a:schemeClr val="dk1"/>
              </a:buClr>
              <a:buSzPts val="1600"/>
              <a:buFont typeface="Times New Roman"/>
              <a:buNone/>
              <a:defRPr b="1" sz="1600"/>
            </a:lvl4pPr>
            <a:lvl5pPr indent="-228600" lvl="4" marL="2286000" algn="l">
              <a:spcBef>
                <a:spcPts val="320"/>
              </a:spcBef>
              <a:spcAft>
                <a:spcPts val="0"/>
              </a:spcAft>
              <a:buClr>
                <a:schemeClr val="dk1"/>
              </a:buClr>
              <a:buSzPts val="1600"/>
              <a:buFont typeface="Times New Roman"/>
              <a:buNone/>
              <a:defRPr b="1" sz="1600"/>
            </a:lvl5pPr>
            <a:lvl6pPr indent="-228600" lvl="5" marL="2743200" algn="l">
              <a:spcBef>
                <a:spcPts val="320"/>
              </a:spcBef>
              <a:spcAft>
                <a:spcPts val="0"/>
              </a:spcAft>
              <a:buClr>
                <a:schemeClr val="dk1"/>
              </a:buClr>
              <a:buSzPts val="1600"/>
              <a:buFont typeface="Times New Roman"/>
              <a:buNone/>
              <a:defRPr b="1" sz="1600"/>
            </a:lvl6pPr>
            <a:lvl7pPr indent="-228600" lvl="6" marL="3200400" algn="l">
              <a:spcBef>
                <a:spcPts val="320"/>
              </a:spcBef>
              <a:spcAft>
                <a:spcPts val="0"/>
              </a:spcAft>
              <a:buClr>
                <a:schemeClr val="dk1"/>
              </a:buClr>
              <a:buSzPts val="1600"/>
              <a:buFont typeface="Times New Roman"/>
              <a:buNone/>
              <a:defRPr b="1" sz="1600"/>
            </a:lvl7pPr>
            <a:lvl8pPr indent="-228600" lvl="7" marL="3657600" algn="l">
              <a:spcBef>
                <a:spcPts val="320"/>
              </a:spcBef>
              <a:spcAft>
                <a:spcPts val="0"/>
              </a:spcAft>
              <a:buClr>
                <a:schemeClr val="dk1"/>
              </a:buClr>
              <a:buSzPts val="1600"/>
              <a:buFont typeface="Times New Roman"/>
              <a:buNone/>
              <a:defRPr b="1" sz="1600"/>
            </a:lvl8pPr>
            <a:lvl9pPr indent="-228600" lvl="8" marL="4114800" algn="l">
              <a:spcBef>
                <a:spcPts val="320"/>
              </a:spcBef>
              <a:spcAft>
                <a:spcPts val="0"/>
              </a:spcAft>
              <a:buClr>
                <a:schemeClr val="dk1"/>
              </a:buClr>
              <a:buSzPts val="1600"/>
              <a:buFont typeface="Times New Roman"/>
              <a:buNone/>
              <a:defRPr b="1" sz="1600"/>
            </a:lvl9pPr>
          </a:lstStyle>
          <a:p/>
        </p:txBody>
      </p:sp>
      <p:sp>
        <p:nvSpPr>
          <p:cNvPr id="53" name="Google Shape;53;p8"/>
          <p:cNvSpPr txBox="1"/>
          <p:nvPr>
            <p:ph idx="2" type="body"/>
          </p:nvPr>
        </p:nvSpPr>
        <p:spPr>
          <a:xfrm>
            <a:off x="3026500" y="6792622"/>
            <a:ext cx="26740548" cy="12339572"/>
          </a:xfrm>
          <a:prstGeom prst="rect">
            <a:avLst/>
          </a:prstGeom>
          <a:noFill/>
          <a:ln>
            <a:noFill/>
          </a:ln>
        </p:spPr>
        <p:txBody>
          <a:bodyPr anchorCtr="0" anchor="t" bIns="224575" lIns="449175" spcFirstLastPara="1" rIns="449175" wrap="square" tIns="224575">
            <a:noAutofit/>
          </a:bodyPr>
          <a:lstStyle>
            <a:lvl1pPr indent="-381000" lvl="0" marL="457200" algn="l">
              <a:spcBef>
                <a:spcPts val="480"/>
              </a:spcBef>
              <a:spcAft>
                <a:spcPts val="0"/>
              </a:spcAft>
              <a:buClr>
                <a:schemeClr val="dk1"/>
              </a:buClr>
              <a:buSzPts val="2400"/>
              <a:buFont typeface="Times New Roman"/>
              <a:buChar char="•"/>
              <a:defRPr sz="2400"/>
            </a:lvl1pPr>
            <a:lvl2pPr indent="-355600" lvl="1" marL="914400" algn="l">
              <a:spcBef>
                <a:spcPts val="400"/>
              </a:spcBef>
              <a:spcAft>
                <a:spcPts val="0"/>
              </a:spcAft>
              <a:buClr>
                <a:schemeClr val="dk1"/>
              </a:buClr>
              <a:buSzPts val="2000"/>
              <a:buFont typeface="Times New Roman"/>
              <a:buChar char="–"/>
              <a:defRPr sz="2000"/>
            </a:lvl2pPr>
            <a:lvl3pPr indent="-342900" lvl="2" marL="1371600" algn="l">
              <a:spcBef>
                <a:spcPts val="360"/>
              </a:spcBef>
              <a:spcAft>
                <a:spcPts val="0"/>
              </a:spcAft>
              <a:buClr>
                <a:schemeClr val="dk1"/>
              </a:buClr>
              <a:buSzPts val="1800"/>
              <a:buFont typeface="Times New Roman"/>
              <a:buChar char="•"/>
              <a:defRPr sz="1800"/>
            </a:lvl3pPr>
            <a:lvl4pPr indent="-330200" lvl="3" marL="1828800" algn="l">
              <a:spcBef>
                <a:spcPts val="320"/>
              </a:spcBef>
              <a:spcAft>
                <a:spcPts val="0"/>
              </a:spcAft>
              <a:buClr>
                <a:schemeClr val="dk1"/>
              </a:buClr>
              <a:buSzPts val="1600"/>
              <a:buFont typeface="Times New Roman"/>
              <a:buChar char="–"/>
              <a:defRPr sz="1600"/>
            </a:lvl4pPr>
            <a:lvl5pPr indent="-330200" lvl="4" marL="2286000" algn="l">
              <a:spcBef>
                <a:spcPts val="320"/>
              </a:spcBef>
              <a:spcAft>
                <a:spcPts val="0"/>
              </a:spcAft>
              <a:buClr>
                <a:schemeClr val="dk1"/>
              </a:buClr>
              <a:buSzPts val="1600"/>
              <a:buFont typeface="Times New Roman"/>
              <a:buChar char="»"/>
              <a:defRPr sz="1600"/>
            </a:lvl5pPr>
            <a:lvl6pPr indent="-330200" lvl="5" marL="2743200" algn="l">
              <a:spcBef>
                <a:spcPts val="320"/>
              </a:spcBef>
              <a:spcAft>
                <a:spcPts val="0"/>
              </a:spcAft>
              <a:buClr>
                <a:schemeClr val="dk1"/>
              </a:buClr>
              <a:buSzPts val="1600"/>
              <a:buFont typeface="Times New Roman"/>
              <a:buChar char="»"/>
              <a:defRPr sz="1600"/>
            </a:lvl6pPr>
            <a:lvl7pPr indent="-330200" lvl="6" marL="3200400" algn="l">
              <a:spcBef>
                <a:spcPts val="320"/>
              </a:spcBef>
              <a:spcAft>
                <a:spcPts val="0"/>
              </a:spcAft>
              <a:buClr>
                <a:schemeClr val="dk1"/>
              </a:buClr>
              <a:buSzPts val="1600"/>
              <a:buFont typeface="Times New Roman"/>
              <a:buChar char="»"/>
              <a:defRPr sz="1600"/>
            </a:lvl7pPr>
            <a:lvl8pPr indent="-330200" lvl="7" marL="3657600" algn="l">
              <a:spcBef>
                <a:spcPts val="320"/>
              </a:spcBef>
              <a:spcAft>
                <a:spcPts val="0"/>
              </a:spcAft>
              <a:buClr>
                <a:schemeClr val="dk1"/>
              </a:buClr>
              <a:buSzPts val="1600"/>
              <a:buFont typeface="Times New Roman"/>
              <a:buChar char="»"/>
              <a:defRPr sz="1600"/>
            </a:lvl8pPr>
            <a:lvl9pPr indent="-330200" lvl="8" marL="4114800" algn="l">
              <a:spcBef>
                <a:spcPts val="320"/>
              </a:spcBef>
              <a:spcAft>
                <a:spcPts val="0"/>
              </a:spcAft>
              <a:buClr>
                <a:schemeClr val="dk1"/>
              </a:buClr>
              <a:buSzPts val="1600"/>
              <a:buFont typeface="Times New Roman"/>
              <a:buChar char="»"/>
              <a:defRPr sz="1600"/>
            </a:lvl9pPr>
          </a:lstStyle>
          <a:p/>
        </p:txBody>
      </p:sp>
      <p:sp>
        <p:nvSpPr>
          <p:cNvPr id="54" name="Google Shape;54;p8"/>
          <p:cNvSpPr txBox="1"/>
          <p:nvPr>
            <p:ph idx="3" type="body"/>
          </p:nvPr>
        </p:nvSpPr>
        <p:spPr>
          <a:xfrm>
            <a:off x="30744665" y="4793972"/>
            <a:ext cx="26749687" cy="1998650"/>
          </a:xfrm>
          <a:prstGeom prst="rect">
            <a:avLst/>
          </a:prstGeom>
          <a:noFill/>
          <a:ln>
            <a:noFill/>
          </a:ln>
        </p:spPr>
        <p:txBody>
          <a:bodyPr anchorCtr="0" anchor="b" bIns="224575" lIns="449175" spcFirstLastPara="1" rIns="449175" wrap="square" tIns="224575">
            <a:noAutofit/>
          </a:bodyPr>
          <a:lstStyle>
            <a:lvl1pPr indent="-228600" lvl="0" marL="457200" algn="l">
              <a:spcBef>
                <a:spcPts val="480"/>
              </a:spcBef>
              <a:spcAft>
                <a:spcPts val="0"/>
              </a:spcAft>
              <a:buClr>
                <a:schemeClr val="dk1"/>
              </a:buClr>
              <a:buSzPts val="2400"/>
              <a:buFont typeface="Times New Roman"/>
              <a:buNone/>
              <a:defRPr b="1" sz="2400"/>
            </a:lvl1pPr>
            <a:lvl2pPr indent="-228600" lvl="1" marL="914400" algn="l">
              <a:spcBef>
                <a:spcPts val="400"/>
              </a:spcBef>
              <a:spcAft>
                <a:spcPts val="0"/>
              </a:spcAft>
              <a:buClr>
                <a:schemeClr val="dk1"/>
              </a:buClr>
              <a:buSzPts val="2000"/>
              <a:buFont typeface="Times New Roman"/>
              <a:buNone/>
              <a:defRPr b="1" sz="2000"/>
            </a:lvl2pPr>
            <a:lvl3pPr indent="-228600" lvl="2" marL="1371600" algn="l">
              <a:spcBef>
                <a:spcPts val="360"/>
              </a:spcBef>
              <a:spcAft>
                <a:spcPts val="0"/>
              </a:spcAft>
              <a:buClr>
                <a:schemeClr val="dk1"/>
              </a:buClr>
              <a:buSzPts val="1800"/>
              <a:buFont typeface="Times New Roman"/>
              <a:buNone/>
              <a:defRPr b="1" sz="1800"/>
            </a:lvl3pPr>
            <a:lvl4pPr indent="-228600" lvl="3" marL="1828800" algn="l">
              <a:spcBef>
                <a:spcPts val="320"/>
              </a:spcBef>
              <a:spcAft>
                <a:spcPts val="0"/>
              </a:spcAft>
              <a:buClr>
                <a:schemeClr val="dk1"/>
              </a:buClr>
              <a:buSzPts val="1600"/>
              <a:buFont typeface="Times New Roman"/>
              <a:buNone/>
              <a:defRPr b="1" sz="1600"/>
            </a:lvl4pPr>
            <a:lvl5pPr indent="-228600" lvl="4" marL="2286000" algn="l">
              <a:spcBef>
                <a:spcPts val="320"/>
              </a:spcBef>
              <a:spcAft>
                <a:spcPts val="0"/>
              </a:spcAft>
              <a:buClr>
                <a:schemeClr val="dk1"/>
              </a:buClr>
              <a:buSzPts val="1600"/>
              <a:buFont typeface="Times New Roman"/>
              <a:buNone/>
              <a:defRPr b="1" sz="1600"/>
            </a:lvl5pPr>
            <a:lvl6pPr indent="-228600" lvl="5" marL="2743200" algn="l">
              <a:spcBef>
                <a:spcPts val="320"/>
              </a:spcBef>
              <a:spcAft>
                <a:spcPts val="0"/>
              </a:spcAft>
              <a:buClr>
                <a:schemeClr val="dk1"/>
              </a:buClr>
              <a:buSzPts val="1600"/>
              <a:buFont typeface="Times New Roman"/>
              <a:buNone/>
              <a:defRPr b="1" sz="1600"/>
            </a:lvl6pPr>
            <a:lvl7pPr indent="-228600" lvl="6" marL="3200400" algn="l">
              <a:spcBef>
                <a:spcPts val="320"/>
              </a:spcBef>
              <a:spcAft>
                <a:spcPts val="0"/>
              </a:spcAft>
              <a:buClr>
                <a:schemeClr val="dk1"/>
              </a:buClr>
              <a:buSzPts val="1600"/>
              <a:buFont typeface="Times New Roman"/>
              <a:buNone/>
              <a:defRPr b="1" sz="1600"/>
            </a:lvl7pPr>
            <a:lvl8pPr indent="-228600" lvl="7" marL="3657600" algn="l">
              <a:spcBef>
                <a:spcPts val="320"/>
              </a:spcBef>
              <a:spcAft>
                <a:spcPts val="0"/>
              </a:spcAft>
              <a:buClr>
                <a:schemeClr val="dk1"/>
              </a:buClr>
              <a:buSzPts val="1600"/>
              <a:buFont typeface="Times New Roman"/>
              <a:buNone/>
              <a:defRPr b="1" sz="1600"/>
            </a:lvl8pPr>
            <a:lvl9pPr indent="-228600" lvl="8" marL="4114800" algn="l">
              <a:spcBef>
                <a:spcPts val="320"/>
              </a:spcBef>
              <a:spcAft>
                <a:spcPts val="0"/>
              </a:spcAft>
              <a:buClr>
                <a:schemeClr val="dk1"/>
              </a:buClr>
              <a:buSzPts val="1600"/>
              <a:buFont typeface="Times New Roman"/>
              <a:buNone/>
              <a:defRPr b="1" sz="1600"/>
            </a:lvl9pPr>
          </a:lstStyle>
          <a:p/>
        </p:txBody>
      </p:sp>
      <p:sp>
        <p:nvSpPr>
          <p:cNvPr id="55" name="Google Shape;55;p8"/>
          <p:cNvSpPr txBox="1"/>
          <p:nvPr>
            <p:ph idx="4" type="body"/>
          </p:nvPr>
        </p:nvSpPr>
        <p:spPr>
          <a:xfrm>
            <a:off x="30744665" y="6792622"/>
            <a:ext cx="26749687" cy="12339572"/>
          </a:xfrm>
          <a:prstGeom prst="rect">
            <a:avLst/>
          </a:prstGeom>
          <a:noFill/>
          <a:ln>
            <a:noFill/>
          </a:ln>
        </p:spPr>
        <p:txBody>
          <a:bodyPr anchorCtr="0" anchor="t" bIns="224575" lIns="449175" spcFirstLastPara="1" rIns="449175" wrap="square" tIns="224575">
            <a:noAutofit/>
          </a:bodyPr>
          <a:lstStyle>
            <a:lvl1pPr indent="-381000" lvl="0" marL="457200" algn="l">
              <a:spcBef>
                <a:spcPts val="480"/>
              </a:spcBef>
              <a:spcAft>
                <a:spcPts val="0"/>
              </a:spcAft>
              <a:buClr>
                <a:schemeClr val="dk1"/>
              </a:buClr>
              <a:buSzPts val="2400"/>
              <a:buFont typeface="Times New Roman"/>
              <a:buChar char="•"/>
              <a:defRPr sz="2400"/>
            </a:lvl1pPr>
            <a:lvl2pPr indent="-355600" lvl="1" marL="914400" algn="l">
              <a:spcBef>
                <a:spcPts val="400"/>
              </a:spcBef>
              <a:spcAft>
                <a:spcPts val="0"/>
              </a:spcAft>
              <a:buClr>
                <a:schemeClr val="dk1"/>
              </a:buClr>
              <a:buSzPts val="2000"/>
              <a:buFont typeface="Times New Roman"/>
              <a:buChar char="–"/>
              <a:defRPr sz="2000"/>
            </a:lvl2pPr>
            <a:lvl3pPr indent="-342900" lvl="2" marL="1371600" algn="l">
              <a:spcBef>
                <a:spcPts val="360"/>
              </a:spcBef>
              <a:spcAft>
                <a:spcPts val="0"/>
              </a:spcAft>
              <a:buClr>
                <a:schemeClr val="dk1"/>
              </a:buClr>
              <a:buSzPts val="1800"/>
              <a:buFont typeface="Times New Roman"/>
              <a:buChar char="•"/>
              <a:defRPr sz="1800"/>
            </a:lvl3pPr>
            <a:lvl4pPr indent="-330200" lvl="3" marL="1828800" algn="l">
              <a:spcBef>
                <a:spcPts val="320"/>
              </a:spcBef>
              <a:spcAft>
                <a:spcPts val="0"/>
              </a:spcAft>
              <a:buClr>
                <a:schemeClr val="dk1"/>
              </a:buClr>
              <a:buSzPts val="1600"/>
              <a:buFont typeface="Times New Roman"/>
              <a:buChar char="–"/>
              <a:defRPr sz="1600"/>
            </a:lvl4pPr>
            <a:lvl5pPr indent="-330200" lvl="4" marL="2286000" algn="l">
              <a:spcBef>
                <a:spcPts val="320"/>
              </a:spcBef>
              <a:spcAft>
                <a:spcPts val="0"/>
              </a:spcAft>
              <a:buClr>
                <a:schemeClr val="dk1"/>
              </a:buClr>
              <a:buSzPts val="1600"/>
              <a:buFont typeface="Times New Roman"/>
              <a:buChar char="»"/>
              <a:defRPr sz="1600"/>
            </a:lvl5pPr>
            <a:lvl6pPr indent="-330200" lvl="5" marL="2743200" algn="l">
              <a:spcBef>
                <a:spcPts val="320"/>
              </a:spcBef>
              <a:spcAft>
                <a:spcPts val="0"/>
              </a:spcAft>
              <a:buClr>
                <a:schemeClr val="dk1"/>
              </a:buClr>
              <a:buSzPts val="1600"/>
              <a:buFont typeface="Times New Roman"/>
              <a:buChar char="»"/>
              <a:defRPr sz="1600"/>
            </a:lvl6pPr>
            <a:lvl7pPr indent="-330200" lvl="6" marL="3200400" algn="l">
              <a:spcBef>
                <a:spcPts val="320"/>
              </a:spcBef>
              <a:spcAft>
                <a:spcPts val="0"/>
              </a:spcAft>
              <a:buClr>
                <a:schemeClr val="dk1"/>
              </a:buClr>
              <a:buSzPts val="1600"/>
              <a:buFont typeface="Times New Roman"/>
              <a:buChar char="»"/>
              <a:defRPr sz="1600"/>
            </a:lvl7pPr>
            <a:lvl8pPr indent="-330200" lvl="7" marL="3657600" algn="l">
              <a:spcBef>
                <a:spcPts val="320"/>
              </a:spcBef>
              <a:spcAft>
                <a:spcPts val="0"/>
              </a:spcAft>
              <a:buClr>
                <a:schemeClr val="dk1"/>
              </a:buClr>
              <a:buSzPts val="1600"/>
              <a:buFont typeface="Times New Roman"/>
              <a:buChar char="»"/>
              <a:defRPr sz="1600"/>
            </a:lvl8pPr>
            <a:lvl9pPr indent="-330200" lvl="8" marL="4114800" algn="l">
              <a:spcBef>
                <a:spcPts val="320"/>
              </a:spcBef>
              <a:spcAft>
                <a:spcPts val="0"/>
              </a:spcAft>
              <a:buClr>
                <a:schemeClr val="dk1"/>
              </a:buClr>
              <a:buSzPts val="1600"/>
              <a:buFont typeface="Times New Roman"/>
              <a:buChar char="»"/>
              <a:defRPr sz="1600"/>
            </a:lvl9pPr>
          </a:lstStyle>
          <a:p/>
        </p:txBody>
      </p:sp>
      <p:sp>
        <p:nvSpPr>
          <p:cNvPr id="56" name="Google Shape;56;p8"/>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8"/>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8" name="Google Shape;58;p8"/>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59" name="Shape 59"/>
        <p:cNvGrpSpPr/>
        <p:nvPr/>
      </p:nvGrpSpPr>
      <p:grpSpPr>
        <a:xfrm>
          <a:off x="0" y="0"/>
          <a:ext cx="0" cy="0"/>
          <a:chOff x="0" y="0"/>
          <a:chExt cx="0" cy="0"/>
        </a:xfrm>
      </p:grpSpPr>
      <p:sp>
        <p:nvSpPr>
          <p:cNvPr id="60" name="Google Shape;60;p9"/>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61" name="Google Shape;61;p9"/>
          <p:cNvSpPr txBox="1"/>
          <p:nvPr>
            <p:ph idx="1" type="body"/>
          </p:nvPr>
        </p:nvSpPr>
        <p:spPr>
          <a:xfrm>
            <a:off x="4538608" y="6187448"/>
            <a:ext cx="25612178" cy="12850855"/>
          </a:xfrm>
          <a:prstGeom prst="rect">
            <a:avLst/>
          </a:prstGeom>
          <a:noFill/>
          <a:ln>
            <a:noFill/>
          </a:ln>
        </p:spPr>
        <p:txBody>
          <a:bodyPr anchorCtr="0" anchor="t" bIns="224575" lIns="449175" spcFirstLastPara="1" rIns="449175" wrap="square" tIns="224575">
            <a:noAutofit/>
          </a:bodyPr>
          <a:lstStyle>
            <a:lvl1pPr indent="-406400" lvl="0" marL="457200" algn="l">
              <a:spcBef>
                <a:spcPts val="560"/>
              </a:spcBef>
              <a:spcAft>
                <a:spcPts val="0"/>
              </a:spcAft>
              <a:buClr>
                <a:schemeClr val="dk1"/>
              </a:buClr>
              <a:buSzPts val="2800"/>
              <a:buFont typeface="Times New Roman"/>
              <a:buChar char="•"/>
              <a:defRPr sz="2800"/>
            </a:lvl1pPr>
            <a:lvl2pPr indent="-381000" lvl="1" marL="914400" algn="l">
              <a:spcBef>
                <a:spcPts val="480"/>
              </a:spcBef>
              <a:spcAft>
                <a:spcPts val="0"/>
              </a:spcAft>
              <a:buClr>
                <a:schemeClr val="dk1"/>
              </a:buClr>
              <a:buSzPts val="2400"/>
              <a:buFont typeface="Times New Roman"/>
              <a:buChar char="–"/>
              <a:defRPr sz="2400"/>
            </a:lvl2pPr>
            <a:lvl3pPr indent="-355600" lvl="2" marL="1371600" algn="l">
              <a:spcBef>
                <a:spcPts val="400"/>
              </a:spcBef>
              <a:spcAft>
                <a:spcPts val="0"/>
              </a:spcAft>
              <a:buClr>
                <a:schemeClr val="dk1"/>
              </a:buClr>
              <a:buSzPts val="2000"/>
              <a:buFont typeface="Times New Roman"/>
              <a:buChar char="•"/>
              <a:defRPr sz="2000"/>
            </a:lvl3pPr>
            <a:lvl4pPr indent="-342900" lvl="3" marL="1828800" algn="l">
              <a:spcBef>
                <a:spcPts val="360"/>
              </a:spcBef>
              <a:spcAft>
                <a:spcPts val="0"/>
              </a:spcAft>
              <a:buClr>
                <a:schemeClr val="dk1"/>
              </a:buClr>
              <a:buSzPts val="1800"/>
              <a:buFont typeface="Times New Roman"/>
              <a:buChar char="–"/>
              <a:defRPr sz="1800"/>
            </a:lvl4pPr>
            <a:lvl5pPr indent="-342900" lvl="4" marL="2286000" algn="l">
              <a:spcBef>
                <a:spcPts val="360"/>
              </a:spcBef>
              <a:spcAft>
                <a:spcPts val="0"/>
              </a:spcAft>
              <a:buClr>
                <a:schemeClr val="dk1"/>
              </a:buClr>
              <a:buSzPts val="1800"/>
              <a:buFont typeface="Times New Roman"/>
              <a:buChar char="»"/>
              <a:defRPr sz="1800"/>
            </a:lvl5pPr>
            <a:lvl6pPr indent="-342900" lvl="5" marL="2743200" algn="l">
              <a:spcBef>
                <a:spcPts val="360"/>
              </a:spcBef>
              <a:spcAft>
                <a:spcPts val="0"/>
              </a:spcAft>
              <a:buClr>
                <a:schemeClr val="dk1"/>
              </a:buClr>
              <a:buSzPts val="1800"/>
              <a:buFont typeface="Times New Roman"/>
              <a:buChar char="»"/>
              <a:defRPr sz="1800"/>
            </a:lvl6pPr>
            <a:lvl7pPr indent="-342900" lvl="6" marL="3200400" algn="l">
              <a:spcBef>
                <a:spcPts val="360"/>
              </a:spcBef>
              <a:spcAft>
                <a:spcPts val="0"/>
              </a:spcAft>
              <a:buClr>
                <a:schemeClr val="dk1"/>
              </a:buClr>
              <a:buSzPts val="1800"/>
              <a:buFont typeface="Times New Roman"/>
              <a:buChar char="»"/>
              <a:defRPr sz="1800"/>
            </a:lvl7pPr>
            <a:lvl8pPr indent="-342900" lvl="7" marL="3657600" algn="l">
              <a:spcBef>
                <a:spcPts val="360"/>
              </a:spcBef>
              <a:spcAft>
                <a:spcPts val="0"/>
              </a:spcAft>
              <a:buClr>
                <a:schemeClr val="dk1"/>
              </a:buClr>
              <a:buSzPts val="1800"/>
              <a:buFont typeface="Times New Roman"/>
              <a:buChar char="»"/>
              <a:defRPr sz="1800"/>
            </a:lvl8pPr>
            <a:lvl9pPr indent="-342900" lvl="8" marL="4114800" algn="l">
              <a:spcBef>
                <a:spcPts val="360"/>
              </a:spcBef>
              <a:spcAft>
                <a:spcPts val="0"/>
              </a:spcAft>
              <a:buClr>
                <a:schemeClr val="dk1"/>
              </a:buClr>
              <a:buSzPts val="1800"/>
              <a:buFont typeface="Times New Roman"/>
              <a:buChar char="»"/>
              <a:defRPr sz="1800"/>
            </a:lvl9pPr>
          </a:lstStyle>
          <a:p/>
        </p:txBody>
      </p:sp>
      <p:sp>
        <p:nvSpPr>
          <p:cNvPr id="62" name="Google Shape;62;p9"/>
          <p:cNvSpPr txBox="1"/>
          <p:nvPr>
            <p:ph idx="2" type="body"/>
          </p:nvPr>
        </p:nvSpPr>
        <p:spPr>
          <a:xfrm>
            <a:off x="30370065" y="6187448"/>
            <a:ext cx="25612179" cy="12850855"/>
          </a:xfrm>
          <a:prstGeom prst="rect">
            <a:avLst/>
          </a:prstGeom>
          <a:noFill/>
          <a:ln>
            <a:noFill/>
          </a:ln>
        </p:spPr>
        <p:txBody>
          <a:bodyPr anchorCtr="0" anchor="t" bIns="224575" lIns="449175" spcFirstLastPara="1" rIns="449175" wrap="square" tIns="224575">
            <a:noAutofit/>
          </a:bodyPr>
          <a:lstStyle>
            <a:lvl1pPr indent="-406400" lvl="0" marL="457200" algn="l">
              <a:spcBef>
                <a:spcPts val="560"/>
              </a:spcBef>
              <a:spcAft>
                <a:spcPts val="0"/>
              </a:spcAft>
              <a:buClr>
                <a:schemeClr val="dk1"/>
              </a:buClr>
              <a:buSzPts val="2800"/>
              <a:buFont typeface="Times New Roman"/>
              <a:buChar char="•"/>
              <a:defRPr sz="2800"/>
            </a:lvl1pPr>
            <a:lvl2pPr indent="-381000" lvl="1" marL="914400" algn="l">
              <a:spcBef>
                <a:spcPts val="480"/>
              </a:spcBef>
              <a:spcAft>
                <a:spcPts val="0"/>
              </a:spcAft>
              <a:buClr>
                <a:schemeClr val="dk1"/>
              </a:buClr>
              <a:buSzPts val="2400"/>
              <a:buFont typeface="Times New Roman"/>
              <a:buChar char="–"/>
              <a:defRPr sz="2400"/>
            </a:lvl2pPr>
            <a:lvl3pPr indent="-355600" lvl="2" marL="1371600" algn="l">
              <a:spcBef>
                <a:spcPts val="400"/>
              </a:spcBef>
              <a:spcAft>
                <a:spcPts val="0"/>
              </a:spcAft>
              <a:buClr>
                <a:schemeClr val="dk1"/>
              </a:buClr>
              <a:buSzPts val="2000"/>
              <a:buFont typeface="Times New Roman"/>
              <a:buChar char="•"/>
              <a:defRPr sz="2000"/>
            </a:lvl3pPr>
            <a:lvl4pPr indent="-342900" lvl="3" marL="1828800" algn="l">
              <a:spcBef>
                <a:spcPts val="360"/>
              </a:spcBef>
              <a:spcAft>
                <a:spcPts val="0"/>
              </a:spcAft>
              <a:buClr>
                <a:schemeClr val="dk1"/>
              </a:buClr>
              <a:buSzPts val="1800"/>
              <a:buFont typeface="Times New Roman"/>
              <a:buChar char="–"/>
              <a:defRPr sz="1800"/>
            </a:lvl4pPr>
            <a:lvl5pPr indent="-342900" lvl="4" marL="2286000" algn="l">
              <a:spcBef>
                <a:spcPts val="360"/>
              </a:spcBef>
              <a:spcAft>
                <a:spcPts val="0"/>
              </a:spcAft>
              <a:buClr>
                <a:schemeClr val="dk1"/>
              </a:buClr>
              <a:buSzPts val="1800"/>
              <a:buFont typeface="Times New Roman"/>
              <a:buChar char="»"/>
              <a:defRPr sz="1800"/>
            </a:lvl5pPr>
            <a:lvl6pPr indent="-342900" lvl="5" marL="2743200" algn="l">
              <a:spcBef>
                <a:spcPts val="360"/>
              </a:spcBef>
              <a:spcAft>
                <a:spcPts val="0"/>
              </a:spcAft>
              <a:buClr>
                <a:schemeClr val="dk1"/>
              </a:buClr>
              <a:buSzPts val="1800"/>
              <a:buFont typeface="Times New Roman"/>
              <a:buChar char="»"/>
              <a:defRPr sz="1800"/>
            </a:lvl6pPr>
            <a:lvl7pPr indent="-342900" lvl="6" marL="3200400" algn="l">
              <a:spcBef>
                <a:spcPts val="360"/>
              </a:spcBef>
              <a:spcAft>
                <a:spcPts val="0"/>
              </a:spcAft>
              <a:buClr>
                <a:schemeClr val="dk1"/>
              </a:buClr>
              <a:buSzPts val="1800"/>
              <a:buFont typeface="Times New Roman"/>
              <a:buChar char="»"/>
              <a:defRPr sz="1800"/>
            </a:lvl7pPr>
            <a:lvl8pPr indent="-342900" lvl="7" marL="3657600" algn="l">
              <a:spcBef>
                <a:spcPts val="360"/>
              </a:spcBef>
              <a:spcAft>
                <a:spcPts val="0"/>
              </a:spcAft>
              <a:buClr>
                <a:schemeClr val="dk1"/>
              </a:buClr>
              <a:buSzPts val="1800"/>
              <a:buFont typeface="Times New Roman"/>
              <a:buChar char="»"/>
              <a:defRPr sz="1800"/>
            </a:lvl8pPr>
            <a:lvl9pPr indent="-342900" lvl="8" marL="4114800" algn="l">
              <a:spcBef>
                <a:spcPts val="360"/>
              </a:spcBef>
              <a:spcAft>
                <a:spcPts val="0"/>
              </a:spcAft>
              <a:buClr>
                <a:schemeClr val="dk1"/>
              </a:buClr>
              <a:buSzPts val="1800"/>
              <a:buFont typeface="Times New Roman"/>
              <a:buChar char="»"/>
              <a:defRPr sz="1800"/>
            </a:lvl9pPr>
          </a:lstStyle>
          <a:p/>
        </p:txBody>
      </p:sp>
      <p:sp>
        <p:nvSpPr>
          <p:cNvPr id="63" name="Google Shape;63;p9"/>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9"/>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5" name="Google Shape;65;p9"/>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66" name="Shape 66"/>
        <p:cNvGrpSpPr/>
        <p:nvPr/>
      </p:nvGrpSpPr>
      <p:grpSpPr>
        <a:xfrm>
          <a:off x="0" y="0"/>
          <a:ext cx="0" cy="0"/>
          <a:chOff x="0" y="0"/>
          <a:chExt cx="0" cy="0"/>
        </a:xfrm>
      </p:grpSpPr>
      <p:sp>
        <p:nvSpPr>
          <p:cNvPr id="67" name="Google Shape;67;p10"/>
          <p:cNvSpPr txBox="1"/>
          <p:nvPr>
            <p:ph type="title"/>
          </p:nvPr>
        </p:nvSpPr>
        <p:spPr>
          <a:xfrm>
            <a:off x="4780728" y="13762797"/>
            <a:ext cx="51443637" cy="4253871"/>
          </a:xfrm>
          <a:prstGeom prst="rect">
            <a:avLst/>
          </a:prstGeom>
          <a:noFill/>
          <a:ln>
            <a:noFill/>
          </a:ln>
        </p:spPr>
        <p:txBody>
          <a:bodyPr anchorCtr="0" anchor="t" bIns="224575" lIns="449175" spcFirstLastPara="1" rIns="449175" wrap="square" tIns="224575">
            <a:noAutofit/>
          </a:bodyPr>
          <a:lstStyle>
            <a:lvl1pPr lvl="0" algn="l">
              <a:spcBef>
                <a:spcPts val="0"/>
              </a:spcBef>
              <a:spcAft>
                <a:spcPts val="0"/>
              </a:spcAft>
              <a:buSzPts val="1400"/>
              <a:buNone/>
              <a:defRPr b="1" sz="4000" cap="none"/>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68" name="Google Shape;68;p10"/>
          <p:cNvSpPr txBox="1"/>
          <p:nvPr>
            <p:ph idx="1" type="body"/>
          </p:nvPr>
        </p:nvSpPr>
        <p:spPr>
          <a:xfrm>
            <a:off x="4780728" y="9077590"/>
            <a:ext cx="51443637" cy="4685208"/>
          </a:xfrm>
          <a:prstGeom prst="rect">
            <a:avLst/>
          </a:prstGeom>
          <a:noFill/>
          <a:ln>
            <a:noFill/>
          </a:ln>
        </p:spPr>
        <p:txBody>
          <a:bodyPr anchorCtr="0" anchor="b" bIns="224575" lIns="449175" spcFirstLastPara="1" rIns="449175" wrap="square" tIns="224575">
            <a:noAutofit/>
          </a:bodyPr>
          <a:lstStyle>
            <a:lvl1pPr indent="-228600" lvl="0" marL="457200" algn="l">
              <a:spcBef>
                <a:spcPts val="400"/>
              </a:spcBef>
              <a:spcAft>
                <a:spcPts val="0"/>
              </a:spcAft>
              <a:buClr>
                <a:schemeClr val="dk1"/>
              </a:buClr>
              <a:buSzPts val="2000"/>
              <a:buFont typeface="Times New Roman"/>
              <a:buNone/>
              <a:defRPr sz="2000"/>
            </a:lvl1pPr>
            <a:lvl2pPr indent="-228600" lvl="1" marL="914400" algn="l">
              <a:spcBef>
                <a:spcPts val="360"/>
              </a:spcBef>
              <a:spcAft>
                <a:spcPts val="0"/>
              </a:spcAft>
              <a:buClr>
                <a:schemeClr val="dk1"/>
              </a:buClr>
              <a:buSzPts val="1800"/>
              <a:buFont typeface="Times New Roman"/>
              <a:buNone/>
              <a:defRPr sz="1800"/>
            </a:lvl2pPr>
            <a:lvl3pPr indent="-228600" lvl="2" marL="1371600" algn="l">
              <a:spcBef>
                <a:spcPts val="320"/>
              </a:spcBef>
              <a:spcAft>
                <a:spcPts val="0"/>
              </a:spcAft>
              <a:buClr>
                <a:schemeClr val="dk1"/>
              </a:buClr>
              <a:buSzPts val="1600"/>
              <a:buFont typeface="Times New Roman"/>
              <a:buNone/>
              <a:defRPr sz="1600"/>
            </a:lvl3pPr>
            <a:lvl4pPr indent="-228600" lvl="3" marL="1828800" algn="l">
              <a:spcBef>
                <a:spcPts val="280"/>
              </a:spcBef>
              <a:spcAft>
                <a:spcPts val="0"/>
              </a:spcAft>
              <a:buClr>
                <a:schemeClr val="dk1"/>
              </a:buClr>
              <a:buSzPts val="1400"/>
              <a:buFont typeface="Times New Roman"/>
              <a:buNone/>
              <a:defRPr sz="1400"/>
            </a:lvl4pPr>
            <a:lvl5pPr indent="-228600" lvl="4" marL="2286000" algn="l">
              <a:spcBef>
                <a:spcPts val="280"/>
              </a:spcBef>
              <a:spcAft>
                <a:spcPts val="0"/>
              </a:spcAft>
              <a:buClr>
                <a:schemeClr val="dk1"/>
              </a:buClr>
              <a:buSzPts val="1400"/>
              <a:buFont typeface="Times New Roman"/>
              <a:buNone/>
              <a:defRPr sz="1400"/>
            </a:lvl5pPr>
            <a:lvl6pPr indent="-228600" lvl="5" marL="2743200" algn="l">
              <a:spcBef>
                <a:spcPts val="280"/>
              </a:spcBef>
              <a:spcAft>
                <a:spcPts val="0"/>
              </a:spcAft>
              <a:buClr>
                <a:schemeClr val="dk1"/>
              </a:buClr>
              <a:buSzPts val="1400"/>
              <a:buFont typeface="Times New Roman"/>
              <a:buNone/>
              <a:defRPr sz="1400"/>
            </a:lvl6pPr>
            <a:lvl7pPr indent="-228600" lvl="6" marL="3200400" algn="l">
              <a:spcBef>
                <a:spcPts val="280"/>
              </a:spcBef>
              <a:spcAft>
                <a:spcPts val="0"/>
              </a:spcAft>
              <a:buClr>
                <a:schemeClr val="dk1"/>
              </a:buClr>
              <a:buSzPts val="1400"/>
              <a:buFont typeface="Times New Roman"/>
              <a:buNone/>
              <a:defRPr sz="1400"/>
            </a:lvl7pPr>
            <a:lvl8pPr indent="-228600" lvl="7" marL="3657600" algn="l">
              <a:spcBef>
                <a:spcPts val="280"/>
              </a:spcBef>
              <a:spcAft>
                <a:spcPts val="0"/>
              </a:spcAft>
              <a:buClr>
                <a:schemeClr val="dk1"/>
              </a:buClr>
              <a:buSzPts val="1400"/>
              <a:buFont typeface="Times New Roman"/>
              <a:buNone/>
              <a:defRPr sz="1400"/>
            </a:lvl8pPr>
            <a:lvl9pPr indent="-228600" lvl="8" marL="4114800" algn="l">
              <a:spcBef>
                <a:spcPts val="280"/>
              </a:spcBef>
              <a:spcAft>
                <a:spcPts val="0"/>
              </a:spcAft>
              <a:buClr>
                <a:schemeClr val="dk1"/>
              </a:buClr>
              <a:buSzPts val="1400"/>
              <a:buFont typeface="Times New Roman"/>
              <a:buNone/>
              <a:defRPr sz="1400"/>
            </a:lvl9pPr>
          </a:lstStyle>
          <a:p/>
        </p:txBody>
      </p:sp>
      <p:sp>
        <p:nvSpPr>
          <p:cNvPr id="69" name="Google Shape;69;p10"/>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0"/>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10"/>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72" name="Shape 72"/>
        <p:cNvGrpSpPr/>
        <p:nvPr/>
      </p:nvGrpSpPr>
      <p:grpSpPr>
        <a:xfrm>
          <a:off x="0" y="0"/>
          <a:ext cx="0" cy="0"/>
          <a:chOff x="0" y="0"/>
          <a:chExt cx="0" cy="0"/>
        </a:xfrm>
      </p:grpSpPr>
      <p:sp>
        <p:nvSpPr>
          <p:cNvPr id="73" name="Google Shape;73;p11"/>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74" name="Google Shape;74;p11"/>
          <p:cNvSpPr txBox="1"/>
          <p:nvPr>
            <p:ph idx="1" type="body"/>
          </p:nvPr>
        </p:nvSpPr>
        <p:spPr>
          <a:xfrm>
            <a:off x="3209925" y="8747125"/>
            <a:ext cx="36388675" cy="18168937"/>
          </a:xfrm>
          <a:prstGeom prst="rect">
            <a:avLst/>
          </a:prstGeom>
          <a:noFill/>
          <a:ln>
            <a:noFill/>
          </a:ln>
        </p:spPr>
        <p:txBody>
          <a:bodyPr anchorCtr="0" anchor="t" bIns="224575" lIns="449175" spcFirstLastPara="1" rIns="449175" wrap="square" tIns="224575">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5" name="Google Shape;75;p11"/>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1"/>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11"/>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78" name="Shape 78"/>
        <p:cNvGrpSpPr/>
        <p:nvPr/>
      </p:nvGrpSpPr>
      <p:grpSpPr>
        <a:xfrm>
          <a:off x="0" y="0"/>
          <a:ext cx="0" cy="0"/>
          <a:chOff x="0" y="0"/>
          <a:chExt cx="0" cy="0"/>
        </a:xfrm>
      </p:grpSpPr>
      <p:sp>
        <p:nvSpPr>
          <p:cNvPr id="79" name="Google Shape;79;p12"/>
          <p:cNvSpPr txBox="1"/>
          <p:nvPr>
            <p:ph type="ctrTitle"/>
          </p:nvPr>
        </p:nvSpPr>
        <p:spPr>
          <a:xfrm>
            <a:off x="4538608" y="6653181"/>
            <a:ext cx="51443637" cy="4591317"/>
          </a:xfrm>
          <a:prstGeom prst="rect">
            <a:avLst/>
          </a:prstGeom>
          <a:noFill/>
          <a:ln>
            <a:noFill/>
          </a:ln>
        </p:spPr>
        <p:txBody>
          <a:bodyPr anchorCtr="0" anchor="ctr" bIns="224575" lIns="449175" spcFirstLastPara="1" rIns="449175" wrap="square" tIns="22457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80" name="Google Shape;80;p12"/>
          <p:cNvSpPr txBox="1"/>
          <p:nvPr>
            <p:ph idx="1" type="subTitle"/>
          </p:nvPr>
        </p:nvSpPr>
        <p:spPr>
          <a:xfrm>
            <a:off x="9077215" y="12136918"/>
            <a:ext cx="42366422" cy="5473512"/>
          </a:xfrm>
          <a:prstGeom prst="rect">
            <a:avLst/>
          </a:prstGeom>
          <a:noFill/>
          <a:ln>
            <a:noFill/>
          </a:ln>
        </p:spPr>
        <p:txBody>
          <a:bodyPr anchorCtr="0" anchor="t" bIns="224575" lIns="449175" spcFirstLastPara="1" rIns="449175" wrap="square" tIns="224575">
            <a:noAutofit/>
          </a:bodyPr>
          <a:lstStyle>
            <a:lvl1pPr lvl="0" algn="ctr">
              <a:spcBef>
                <a:spcPts val="3100"/>
              </a:spcBef>
              <a:spcAft>
                <a:spcPts val="0"/>
              </a:spcAft>
              <a:buClr>
                <a:schemeClr val="dk1"/>
              </a:buClr>
              <a:buSzPts val="15500"/>
              <a:buFont typeface="Times New Roman"/>
              <a:buNone/>
              <a:defRPr/>
            </a:lvl1pPr>
            <a:lvl2pPr lvl="1" algn="ctr">
              <a:spcBef>
                <a:spcPts val="2720"/>
              </a:spcBef>
              <a:spcAft>
                <a:spcPts val="0"/>
              </a:spcAft>
              <a:buClr>
                <a:schemeClr val="dk1"/>
              </a:buClr>
              <a:buSzPts val="13600"/>
              <a:buFont typeface="Times New Roman"/>
              <a:buNone/>
              <a:defRPr/>
            </a:lvl2pPr>
            <a:lvl3pPr lvl="2" algn="ctr">
              <a:spcBef>
                <a:spcPts val="2340"/>
              </a:spcBef>
              <a:spcAft>
                <a:spcPts val="0"/>
              </a:spcAft>
              <a:buClr>
                <a:schemeClr val="dk1"/>
              </a:buClr>
              <a:buSzPts val="11700"/>
              <a:buFont typeface="Times New Roman"/>
              <a:buNone/>
              <a:defRPr/>
            </a:lvl3pPr>
            <a:lvl4pPr lvl="3" algn="ctr">
              <a:spcBef>
                <a:spcPts val="1980"/>
              </a:spcBef>
              <a:spcAft>
                <a:spcPts val="0"/>
              </a:spcAft>
              <a:buClr>
                <a:schemeClr val="dk1"/>
              </a:buClr>
              <a:buSzPts val="9900"/>
              <a:buFont typeface="Times New Roman"/>
              <a:buNone/>
              <a:defRPr/>
            </a:lvl4pPr>
            <a:lvl5pPr lvl="4" algn="ctr">
              <a:spcBef>
                <a:spcPts val="1980"/>
              </a:spcBef>
              <a:spcAft>
                <a:spcPts val="0"/>
              </a:spcAft>
              <a:buClr>
                <a:schemeClr val="dk1"/>
              </a:buClr>
              <a:buSzPts val="9900"/>
              <a:buFont typeface="Times New Roman"/>
              <a:buNone/>
              <a:defRPr/>
            </a:lvl5pPr>
            <a:lvl6pPr lvl="5" algn="ctr">
              <a:spcBef>
                <a:spcPts val="1980"/>
              </a:spcBef>
              <a:spcAft>
                <a:spcPts val="0"/>
              </a:spcAft>
              <a:buClr>
                <a:schemeClr val="dk1"/>
              </a:buClr>
              <a:buSzPts val="9900"/>
              <a:buFont typeface="Times New Roman"/>
              <a:buNone/>
              <a:defRPr/>
            </a:lvl6pPr>
            <a:lvl7pPr lvl="6" algn="ctr">
              <a:spcBef>
                <a:spcPts val="1980"/>
              </a:spcBef>
              <a:spcAft>
                <a:spcPts val="0"/>
              </a:spcAft>
              <a:buClr>
                <a:schemeClr val="dk1"/>
              </a:buClr>
              <a:buSzPts val="9900"/>
              <a:buFont typeface="Times New Roman"/>
              <a:buNone/>
              <a:defRPr/>
            </a:lvl7pPr>
            <a:lvl8pPr lvl="7" algn="ctr">
              <a:spcBef>
                <a:spcPts val="1980"/>
              </a:spcBef>
              <a:spcAft>
                <a:spcPts val="0"/>
              </a:spcAft>
              <a:buClr>
                <a:schemeClr val="dk1"/>
              </a:buClr>
              <a:buSzPts val="9900"/>
              <a:buFont typeface="Times New Roman"/>
              <a:buNone/>
              <a:defRPr/>
            </a:lvl8pPr>
            <a:lvl9pPr lvl="8" algn="ctr">
              <a:spcBef>
                <a:spcPts val="1980"/>
              </a:spcBef>
              <a:spcAft>
                <a:spcPts val="0"/>
              </a:spcAft>
              <a:buClr>
                <a:schemeClr val="dk1"/>
              </a:buClr>
              <a:buSzPts val="9900"/>
              <a:buFont typeface="Times New Roman"/>
              <a:buNone/>
              <a:defRPr/>
            </a:lvl9pPr>
          </a:lstStyle>
          <a:p/>
        </p:txBody>
      </p:sp>
      <p:sp>
        <p:nvSpPr>
          <p:cNvPr id="81" name="Google Shape;81;p12"/>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12"/>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12"/>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1"/>
              </a:buClr>
              <a:buSzPts val="7000"/>
              <a:buFont typeface="Times New Roman"/>
              <a:buNone/>
              <a:defRPr b="0" i="0" sz="7000" u="non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209925" y="2690812"/>
            <a:ext cx="36388675" cy="5046662"/>
          </a:xfrm>
          <a:prstGeom prst="rect">
            <a:avLst/>
          </a:prstGeom>
          <a:noFill/>
          <a:ln>
            <a:noFill/>
          </a:ln>
        </p:spPr>
        <p:txBody>
          <a:bodyPr anchorCtr="0" anchor="ctr" bIns="224575" lIns="449175" spcFirstLastPara="1" rIns="449175" wrap="square" tIns="224575">
            <a:noAutofit/>
          </a:bodyPr>
          <a:lstStyle>
            <a:lvl1pPr lvl="0"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1pPr>
            <a:lvl2pPr lvl="1"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2pPr>
            <a:lvl3pPr lvl="2"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3pPr>
            <a:lvl4pPr lvl="3"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4pPr>
            <a:lvl5pPr lvl="4"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5pPr>
            <a:lvl6pPr lvl="5"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6pPr>
            <a:lvl7pPr lvl="6"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7pPr>
            <a:lvl8pPr lvl="7"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8pPr>
            <a:lvl9pPr lvl="8" marR="0" rtl="0" algn="ctr">
              <a:spcBef>
                <a:spcPts val="0"/>
              </a:spcBef>
              <a:spcAft>
                <a:spcPts val="0"/>
              </a:spcAft>
              <a:buSzPts val="1400"/>
              <a:buNone/>
              <a:defRPr b="0" i="0" sz="21600" u="none" cap="none" strike="noStrike">
                <a:solidFill>
                  <a:schemeClr val="dk2"/>
                </a:solidFill>
                <a:latin typeface="Times New Roman"/>
                <a:ea typeface="Times New Roman"/>
                <a:cs typeface="Times New Roman"/>
                <a:sym typeface="Times New Roman"/>
              </a:defRPr>
            </a:lvl9pPr>
          </a:lstStyle>
          <a:p/>
        </p:txBody>
      </p:sp>
      <p:sp>
        <p:nvSpPr>
          <p:cNvPr id="11" name="Google Shape;11;p1"/>
          <p:cNvSpPr txBox="1"/>
          <p:nvPr>
            <p:ph idx="1" type="body"/>
          </p:nvPr>
        </p:nvSpPr>
        <p:spPr>
          <a:xfrm>
            <a:off x="3209925" y="8747125"/>
            <a:ext cx="36388675" cy="18168937"/>
          </a:xfrm>
          <a:prstGeom prst="rect">
            <a:avLst/>
          </a:prstGeom>
          <a:noFill/>
          <a:ln>
            <a:noFill/>
          </a:ln>
        </p:spPr>
        <p:txBody>
          <a:bodyPr anchorCtr="0" anchor="t" bIns="224575" lIns="449175" spcFirstLastPara="1" rIns="449175" wrap="square" tIns="224575">
            <a:noAutofit/>
          </a:bodyPr>
          <a:lstStyle>
            <a:lvl1pPr indent="-1212850" lvl="0" marL="457200" marR="0" rtl="0" algn="l">
              <a:spcBef>
                <a:spcPts val="3100"/>
              </a:spcBef>
              <a:spcAft>
                <a:spcPts val="0"/>
              </a:spcAft>
              <a:buClr>
                <a:schemeClr val="dk1"/>
              </a:buClr>
              <a:buSzPts val="15500"/>
              <a:buFont typeface="Times New Roman"/>
              <a:buChar char="•"/>
              <a:defRPr b="0" i="0" sz="15500" u="none" cap="none" strike="noStrike">
                <a:solidFill>
                  <a:schemeClr val="dk1"/>
                </a:solidFill>
                <a:latin typeface="Times New Roman"/>
                <a:ea typeface="Times New Roman"/>
                <a:cs typeface="Times New Roman"/>
                <a:sym typeface="Times New Roman"/>
              </a:defRPr>
            </a:lvl1pPr>
            <a:lvl2pPr indent="-1092200" lvl="1" marL="914400" marR="0" rtl="0" algn="l">
              <a:spcBef>
                <a:spcPts val="2720"/>
              </a:spcBef>
              <a:spcAft>
                <a:spcPts val="0"/>
              </a:spcAft>
              <a:buClr>
                <a:schemeClr val="dk1"/>
              </a:buClr>
              <a:buSzPts val="13600"/>
              <a:buFont typeface="Times New Roman"/>
              <a:buChar char="–"/>
              <a:defRPr b="0" i="0" sz="13600" u="none" cap="none" strike="noStrike">
                <a:solidFill>
                  <a:schemeClr val="dk1"/>
                </a:solidFill>
                <a:latin typeface="Times New Roman"/>
                <a:ea typeface="Times New Roman"/>
                <a:cs typeface="Times New Roman"/>
                <a:sym typeface="Times New Roman"/>
              </a:defRPr>
            </a:lvl2pPr>
            <a:lvl3pPr indent="-971550" lvl="2" marL="1371600" marR="0" rtl="0" algn="l">
              <a:spcBef>
                <a:spcPts val="2340"/>
              </a:spcBef>
              <a:spcAft>
                <a:spcPts val="0"/>
              </a:spcAft>
              <a:buClr>
                <a:schemeClr val="dk1"/>
              </a:buClr>
              <a:buSzPts val="11700"/>
              <a:buFont typeface="Times New Roman"/>
              <a:buChar char="•"/>
              <a:defRPr b="0" i="0" sz="11700" u="none" cap="none" strike="noStrike">
                <a:solidFill>
                  <a:schemeClr val="dk1"/>
                </a:solidFill>
                <a:latin typeface="Times New Roman"/>
                <a:ea typeface="Times New Roman"/>
                <a:cs typeface="Times New Roman"/>
                <a:sym typeface="Times New Roman"/>
              </a:defRPr>
            </a:lvl3pPr>
            <a:lvl4pPr indent="-857250" lvl="3" marL="18288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4pPr>
            <a:lvl5pPr indent="-857250" lvl="4" marL="22860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5pPr>
            <a:lvl6pPr indent="-857250" lvl="5" marL="27432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6pPr>
            <a:lvl7pPr indent="-857250" lvl="6" marL="32004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7pPr>
            <a:lvl8pPr indent="-857250" lvl="7" marL="36576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8pPr>
            <a:lvl9pPr indent="-857250" lvl="8" marL="4114800" marR="0" rtl="0" algn="l">
              <a:spcBef>
                <a:spcPts val="1980"/>
              </a:spcBef>
              <a:spcAft>
                <a:spcPts val="0"/>
              </a:spcAft>
              <a:buClr>
                <a:schemeClr val="dk1"/>
              </a:buClr>
              <a:buSzPts val="9900"/>
              <a:buFont typeface="Times New Roman"/>
              <a:buChar char="»"/>
              <a:defRPr b="0" i="0" sz="9900" u="none" cap="none" strike="noStrike">
                <a:solidFill>
                  <a:schemeClr val="dk1"/>
                </a:solidFill>
                <a:latin typeface="Times New Roman"/>
                <a:ea typeface="Times New Roman"/>
                <a:cs typeface="Times New Roman"/>
                <a:sym typeface="Times New Roman"/>
              </a:defRPr>
            </a:lvl9pPr>
          </a:lstStyle>
          <a:p/>
        </p:txBody>
      </p:sp>
      <p:sp>
        <p:nvSpPr>
          <p:cNvPr id="12" name="Google Shape;12;p1"/>
          <p:cNvSpPr txBox="1"/>
          <p:nvPr>
            <p:ph idx="10" type="dt"/>
          </p:nvPr>
        </p:nvSpPr>
        <p:spPr>
          <a:xfrm>
            <a:off x="3209925" y="27589162"/>
            <a:ext cx="8918575" cy="2017712"/>
          </a:xfrm>
          <a:prstGeom prst="rect">
            <a:avLst/>
          </a:prstGeom>
          <a:noFill/>
          <a:ln>
            <a:noFill/>
          </a:ln>
        </p:spPr>
        <p:txBody>
          <a:bodyPr anchorCtr="0" anchor="t" bIns="224575" lIns="449175" spcFirstLastPara="1" rIns="449175" wrap="square" tIns="224575">
            <a:noAutofit/>
          </a:bodyPr>
          <a:lstStyle>
            <a:lvl1pPr lvl="0"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9pPr>
          </a:lstStyle>
          <a:p/>
        </p:txBody>
      </p:sp>
      <p:sp>
        <p:nvSpPr>
          <p:cNvPr id="13" name="Google Shape;13;p1"/>
          <p:cNvSpPr txBox="1"/>
          <p:nvPr>
            <p:ph idx="11" type="ftr"/>
          </p:nvPr>
        </p:nvSpPr>
        <p:spPr>
          <a:xfrm>
            <a:off x="14625637" y="27589162"/>
            <a:ext cx="13557250" cy="2017712"/>
          </a:xfrm>
          <a:prstGeom prst="rect">
            <a:avLst/>
          </a:prstGeom>
          <a:noFill/>
          <a:ln>
            <a:noFill/>
          </a:ln>
        </p:spPr>
        <p:txBody>
          <a:bodyPr anchorCtr="0" anchor="t" bIns="224575" lIns="449175" spcFirstLastPara="1" rIns="449175" wrap="square" tIns="224575">
            <a:noAutofit/>
          </a:bodyPr>
          <a:lstStyle>
            <a:lvl1pPr lvl="0"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SzPts val="1400"/>
              <a:buNone/>
              <a:defRPr b="0" i="0" sz="2300" u="none" cap="none" strike="noStrike">
                <a:solidFill>
                  <a:schemeClr val="dk1"/>
                </a:solidFill>
                <a:latin typeface="Arial"/>
                <a:ea typeface="Arial"/>
                <a:cs typeface="Arial"/>
                <a:sym typeface="Arial"/>
              </a:defRPr>
            </a:lvl9pPr>
          </a:lstStyle>
          <a:p/>
        </p:txBody>
      </p:sp>
      <p:sp>
        <p:nvSpPr>
          <p:cNvPr id="14" name="Google Shape;14;p1"/>
          <p:cNvSpPr txBox="1"/>
          <p:nvPr>
            <p:ph idx="12" type="sldNum"/>
          </p:nvPr>
        </p:nvSpPr>
        <p:spPr>
          <a:xfrm>
            <a:off x="30680025" y="27589162"/>
            <a:ext cx="8918575" cy="2017712"/>
          </a:xfrm>
          <a:prstGeom prst="rect">
            <a:avLst/>
          </a:prstGeom>
          <a:noFill/>
          <a:ln>
            <a:noFill/>
          </a:ln>
        </p:spPr>
        <p:txBody>
          <a:bodyPr anchorCtr="0" anchor="t" bIns="224575" lIns="449175" spcFirstLastPara="1" rIns="449175" wrap="square" tIns="224575">
            <a:noAutofit/>
          </a:bodyPr>
          <a:lstStyle>
            <a:lvl1pPr indent="0" lvl="0"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1pPr>
            <a:lvl2pPr indent="0" lvl="1"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2pPr>
            <a:lvl3pPr indent="0" lvl="2"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3pPr>
            <a:lvl4pPr indent="0" lvl="3"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4pPr>
            <a:lvl5pPr indent="0" lvl="4"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5pPr>
            <a:lvl6pPr indent="0" lvl="5"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6pPr>
            <a:lvl7pPr indent="0" lvl="6"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7pPr>
            <a:lvl8pPr indent="0" lvl="7"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8pPr>
            <a:lvl9pPr indent="0" lvl="8" marL="0" marR="0" rtl="0" algn="r">
              <a:lnSpc>
                <a:spcPct val="100000"/>
              </a:lnSpc>
              <a:spcBef>
                <a:spcPts val="0"/>
              </a:spcBef>
              <a:spcAft>
                <a:spcPts val="0"/>
              </a:spcAft>
              <a:buClr>
                <a:schemeClr val="dk1"/>
              </a:buClr>
              <a:buSzPts val="7000"/>
              <a:buFont typeface="Times New Roman"/>
              <a:buNone/>
              <a:defRPr b="0" i="0" sz="7000" u="none" cap="none" strike="noStrik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sz="1400">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8" name="Shape 88"/>
        <p:cNvGrpSpPr/>
        <p:nvPr/>
      </p:nvGrpSpPr>
      <p:grpSpPr>
        <a:xfrm>
          <a:off x="0" y="0"/>
          <a:ext cx="0" cy="0"/>
          <a:chOff x="0" y="0"/>
          <a:chExt cx="0" cy="0"/>
        </a:xfrm>
      </p:grpSpPr>
      <p:sp>
        <p:nvSpPr>
          <p:cNvPr id="89" name="Google Shape;89;p13"/>
          <p:cNvSpPr txBox="1"/>
          <p:nvPr/>
        </p:nvSpPr>
        <p:spPr>
          <a:xfrm>
            <a:off x="0" y="29298900"/>
            <a:ext cx="42808525" cy="993775"/>
          </a:xfrm>
          <a:prstGeom prst="rect">
            <a:avLst/>
          </a:prstGeom>
          <a:solidFill>
            <a:srgbClr val="006684"/>
          </a:solidFill>
          <a:ln>
            <a:noFill/>
          </a:ln>
        </p:spPr>
        <p:txBody>
          <a:bodyPr anchorCtr="1"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90" name="Google Shape;90;p13"/>
          <p:cNvSpPr txBox="1"/>
          <p:nvPr/>
        </p:nvSpPr>
        <p:spPr>
          <a:xfrm>
            <a:off x="1008062" y="29335412"/>
            <a:ext cx="30830837" cy="92392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lt1"/>
              </a:buClr>
              <a:buSzPts val="5400"/>
              <a:buFont typeface="Arial"/>
              <a:buNone/>
            </a:pPr>
            <a:r>
              <a:rPr b="1" i="0" lang="en-US" sz="5400" u="none">
                <a:solidFill>
                  <a:schemeClr val="lt1"/>
                </a:solidFill>
                <a:latin typeface="Arial"/>
                <a:ea typeface="Arial"/>
                <a:cs typeface="Arial"/>
                <a:sym typeface="Arial"/>
              </a:rPr>
              <a:t>Our Dedication.Your Journey.</a:t>
            </a:r>
            <a:endParaRPr/>
          </a:p>
        </p:txBody>
      </p:sp>
      <p:sp>
        <p:nvSpPr>
          <p:cNvPr id="91" name="Google Shape;91;p13"/>
          <p:cNvSpPr txBox="1"/>
          <p:nvPr/>
        </p:nvSpPr>
        <p:spPr>
          <a:xfrm>
            <a:off x="31964312" y="29322712"/>
            <a:ext cx="9853612" cy="923925"/>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chemeClr val="lt1"/>
              </a:buClr>
              <a:buSzPts val="5400"/>
              <a:buFont typeface="Arial"/>
              <a:buNone/>
            </a:pPr>
            <a:r>
              <a:rPr b="1" i="0" lang="en-US" sz="5400" u="none">
                <a:solidFill>
                  <a:schemeClr val="lt1"/>
                </a:solidFill>
                <a:latin typeface="Arial"/>
                <a:ea typeface="Arial"/>
                <a:cs typeface="Arial"/>
                <a:sym typeface="Arial"/>
              </a:rPr>
              <a:t>www.cct.ie</a:t>
            </a:r>
            <a:endParaRPr/>
          </a:p>
        </p:txBody>
      </p:sp>
      <p:grpSp>
        <p:nvGrpSpPr>
          <p:cNvPr id="92" name="Google Shape;92;p13"/>
          <p:cNvGrpSpPr/>
          <p:nvPr/>
        </p:nvGrpSpPr>
        <p:grpSpPr>
          <a:xfrm>
            <a:off x="967496" y="19544178"/>
            <a:ext cx="12887106" cy="2124212"/>
            <a:chOff x="943194" y="16253059"/>
            <a:chExt cx="12887106" cy="2124000"/>
          </a:xfrm>
        </p:grpSpPr>
        <p:sp>
          <p:nvSpPr>
            <p:cNvPr id="93" name="Google Shape;93;p13"/>
            <p:cNvSpPr txBox="1"/>
            <p:nvPr/>
          </p:nvSpPr>
          <p:spPr>
            <a:xfrm>
              <a:off x="943194" y="16253059"/>
              <a:ext cx="12887100" cy="2124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6684"/>
                </a:buClr>
                <a:buSzPts val="6600"/>
                <a:buFont typeface="Arial"/>
                <a:buNone/>
              </a:pPr>
              <a:r>
                <a:rPr b="1" lang="en-US" sz="6600">
                  <a:solidFill>
                    <a:srgbClr val="006684"/>
                  </a:solidFill>
                </a:rPr>
                <a:t>Ethical, legal and social impacts of Computer vision</a:t>
              </a:r>
              <a:endParaRPr/>
            </a:p>
          </p:txBody>
        </p:sp>
        <p:cxnSp>
          <p:nvCxnSpPr>
            <p:cNvPr id="94" name="Google Shape;94;p13"/>
            <p:cNvCxnSpPr/>
            <p:nvPr/>
          </p:nvCxnSpPr>
          <p:spPr>
            <a:xfrm flipH="1" rot="10800000">
              <a:off x="1084786" y="16379716"/>
              <a:ext cx="12745514" cy="1"/>
            </a:xfrm>
            <a:prstGeom prst="straightConnector1">
              <a:avLst/>
            </a:prstGeom>
            <a:noFill/>
            <a:ln cap="flat" cmpd="sng" w="12700">
              <a:solidFill>
                <a:srgbClr val="006684"/>
              </a:solidFill>
              <a:prstDash val="solid"/>
              <a:miter lim="8000"/>
              <a:headEnd len="med" w="med" type="none"/>
              <a:tailEnd len="med" w="med" type="none"/>
            </a:ln>
          </p:spPr>
        </p:cxnSp>
      </p:grpSp>
      <p:grpSp>
        <p:nvGrpSpPr>
          <p:cNvPr id="95" name="Google Shape;95;p13"/>
          <p:cNvGrpSpPr/>
          <p:nvPr/>
        </p:nvGrpSpPr>
        <p:grpSpPr>
          <a:xfrm>
            <a:off x="920750" y="4964112"/>
            <a:ext cx="12885737" cy="1000571"/>
            <a:chOff x="967545" y="5020846"/>
            <a:chExt cx="12885433" cy="1000500"/>
          </a:xfrm>
        </p:grpSpPr>
        <p:sp>
          <p:nvSpPr>
            <p:cNvPr id="96" name="Google Shape;96;p13"/>
            <p:cNvSpPr txBox="1"/>
            <p:nvPr/>
          </p:nvSpPr>
          <p:spPr>
            <a:xfrm>
              <a:off x="967545" y="5020846"/>
              <a:ext cx="12885300" cy="1000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6684"/>
                </a:buClr>
                <a:buSzPts val="6600"/>
                <a:buFont typeface="Arial"/>
                <a:buNone/>
              </a:pPr>
              <a:r>
                <a:rPr b="1" lang="en-US" sz="5900">
                  <a:solidFill>
                    <a:srgbClr val="006684"/>
                  </a:solidFill>
                </a:rPr>
                <a:t>Computer vision and how it is used</a:t>
              </a:r>
              <a:endParaRPr sz="700"/>
            </a:p>
          </p:txBody>
        </p:sp>
        <p:cxnSp>
          <p:nvCxnSpPr>
            <p:cNvPr id="97" name="Google Shape;97;p13"/>
            <p:cNvCxnSpPr/>
            <p:nvPr/>
          </p:nvCxnSpPr>
          <p:spPr>
            <a:xfrm flipH="1" rot="10800000">
              <a:off x="1107464" y="5164436"/>
              <a:ext cx="12745514" cy="1"/>
            </a:xfrm>
            <a:prstGeom prst="straightConnector1">
              <a:avLst/>
            </a:prstGeom>
            <a:noFill/>
            <a:ln cap="flat" cmpd="sng" w="12700">
              <a:solidFill>
                <a:srgbClr val="006684"/>
              </a:solidFill>
              <a:prstDash val="solid"/>
              <a:miter lim="8000"/>
              <a:headEnd len="med" w="med" type="none"/>
              <a:tailEnd len="med" w="med" type="none"/>
            </a:ln>
          </p:spPr>
        </p:cxnSp>
      </p:grpSp>
      <p:sp>
        <p:nvSpPr>
          <p:cNvPr id="98" name="Google Shape;98;p13"/>
          <p:cNvSpPr txBox="1"/>
          <p:nvPr/>
        </p:nvSpPr>
        <p:spPr>
          <a:xfrm>
            <a:off x="1054025" y="6221412"/>
            <a:ext cx="12936600" cy="12960300"/>
          </a:xfrm>
          <a:prstGeom prst="rect">
            <a:avLst/>
          </a:prstGeom>
          <a:noFill/>
          <a:ln>
            <a:noFill/>
          </a:ln>
        </p:spPr>
        <p:txBody>
          <a:bodyPr anchorCtr="0" anchor="t" bIns="45700" lIns="91425" spcFirstLastPara="1" rIns="91425" wrap="square" tIns="45700">
            <a:spAutoFit/>
          </a:bodyPr>
          <a:lstStyle/>
          <a:p>
            <a:pPr indent="0" lvl="0" marL="0" rtl="0" algn="just">
              <a:lnSpc>
                <a:spcPct val="138888"/>
              </a:lnSpc>
              <a:spcBef>
                <a:spcPts val="0"/>
              </a:spcBef>
              <a:spcAft>
                <a:spcPts val="0"/>
              </a:spcAft>
              <a:buClr>
                <a:schemeClr val="dk1"/>
              </a:buClr>
              <a:buSzPts val="3600"/>
              <a:buFont typeface="Helvetica Neue"/>
              <a:buNone/>
            </a:pPr>
            <a:r>
              <a:rPr lang="en-US" sz="3600">
                <a:solidFill>
                  <a:schemeClr val="dk1"/>
                </a:solidFill>
                <a:latin typeface="Helvetica Neue"/>
                <a:ea typeface="Helvetica Neue"/>
                <a:cs typeface="Helvetica Neue"/>
                <a:sym typeface="Helvetica Neue"/>
              </a:rPr>
              <a:t>Computer vision is a subfield of artificial intelligence, it provides to systems and machines the capability to process, analyse and interpret visual inputs like images and videos, mimicking human vision.  For example, in radiology imaging, radiologists carefully interpret chest X-rays in order to identify diseases such as breast cancer or pneumonia, in those cases, a computer vision system could help to detect early stages of breast cancer or to analyse pictures and videos to identify media manipulation or deepfakes.(Caballar and Stryker, 2025) </a:t>
            </a:r>
            <a:endParaRPr sz="3600">
              <a:solidFill>
                <a:schemeClr val="dk1"/>
              </a:solidFill>
              <a:latin typeface="Helvetica Neue"/>
              <a:ea typeface="Helvetica Neue"/>
              <a:cs typeface="Helvetica Neue"/>
              <a:sym typeface="Helvetica Neue"/>
            </a:endParaRPr>
          </a:p>
          <a:p>
            <a:pPr indent="0" lvl="0" marL="0" rtl="0" algn="just">
              <a:lnSpc>
                <a:spcPct val="138888"/>
              </a:lnSpc>
              <a:spcBef>
                <a:spcPts val="0"/>
              </a:spcBef>
              <a:spcAft>
                <a:spcPts val="0"/>
              </a:spcAft>
              <a:buClr>
                <a:schemeClr val="dk1"/>
              </a:buClr>
              <a:buSzPts val="3600"/>
              <a:buFont typeface="Helvetica Neue"/>
              <a:buNone/>
            </a:pPr>
            <a:r>
              <a:t/>
            </a:r>
            <a:endParaRPr sz="3600">
              <a:solidFill>
                <a:schemeClr val="dk1"/>
              </a:solidFill>
              <a:latin typeface="Helvetica Neue"/>
              <a:ea typeface="Helvetica Neue"/>
              <a:cs typeface="Helvetica Neue"/>
              <a:sym typeface="Helvetica Neue"/>
            </a:endParaRPr>
          </a:p>
          <a:p>
            <a:pPr indent="0" lvl="0" marL="0" rtl="0" algn="just">
              <a:lnSpc>
                <a:spcPct val="138888"/>
              </a:lnSpc>
              <a:spcBef>
                <a:spcPts val="0"/>
              </a:spcBef>
              <a:spcAft>
                <a:spcPts val="0"/>
              </a:spcAft>
              <a:buClr>
                <a:schemeClr val="dk1"/>
              </a:buClr>
              <a:buSzPts val="3600"/>
              <a:buFont typeface="Helvetica Neue"/>
              <a:buNone/>
            </a:pPr>
            <a:r>
              <a:rPr lang="en-US" sz="3600">
                <a:solidFill>
                  <a:schemeClr val="dk1"/>
                </a:solidFill>
                <a:latin typeface="Helvetica Neue"/>
                <a:ea typeface="Helvetica Neue"/>
                <a:cs typeface="Helvetica Neue"/>
                <a:sym typeface="Helvetica Neue"/>
              </a:rPr>
              <a:t>Furthermore, computer vision is used in various other areas, such as agriculture with drones monitoring crop health using sensors to detect diseases, pests and nutrient deficiencies as soon as those situations start emerging. Also in industrial environments, robots perform quality inspections identifying defects through image recognition and sensor based analysis.(Verma, 2025)</a:t>
            </a:r>
            <a:endParaRPr sz="3600">
              <a:solidFill>
                <a:schemeClr val="dk1"/>
              </a:solidFill>
              <a:latin typeface="Helvetica Neue"/>
              <a:ea typeface="Helvetica Neue"/>
              <a:cs typeface="Helvetica Neue"/>
              <a:sym typeface="Helvetica Neue"/>
            </a:endParaRPr>
          </a:p>
        </p:txBody>
      </p:sp>
      <p:sp>
        <p:nvSpPr>
          <p:cNvPr id="99" name="Google Shape;99;p13"/>
          <p:cNvSpPr txBox="1"/>
          <p:nvPr/>
        </p:nvSpPr>
        <p:spPr>
          <a:xfrm>
            <a:off x="972263" y="21729900"/>
            <a:ext cx="13100100" cy="6033900"/>
          </a:xfrm>
          <a:prstGeom prst="rect">
            <a:avLst/>
          </a:prstGeom>
          <a:noFill/>
          <a:ln>
            <a:noFill/>
          </a:ln>
        </p:spPr>
        <p:txBody>
          <a:bodyPr anchorCtr="0" anchor="t" bIns="45700" lIns="91425" spcFirstLastPara="1" rIns="91425" wrap="square" tIns="45700">
            <a:spAutoFit/>
          </a:bodyPr>
          <a:lstStyle/>
          <a:p>
            <a:pPr indent="0" lvl="0" marL="0" marR="0" rtl="0" algn="l">
              <a:lnSpc>
                <a:spcPct val="138888"/>
              </a:lnSpc>
              <a:spcBef>
                <a:spcPts val="0"/>
              </a:spcBef>
              <a:spcAft>
                <a:spcPts val="0"/>
              </a:spcAft>
              <a:buClr>
                <a:schemeClr val="dk1"/>
              </a:buClr>
              <a:buSzPts val="3600"/>
              <a:buFont typeface="Helvetica Neue"/>
              <a:buNone/>
            </a:pPr>
            <a:r>
              <a:rPr lang="en-US" sz="3600">
                <a:solidFill>
                  <a:schemeClr val="dk1"/>
                </a:solidFill>
                <a:latin typeface="Helvetica Neue"/>
                <a:ea typeface="Helvetica Neue"/>
                <a:cs typeface="Helvetica Neue"/>
                <a:sym typeface="Helvetica Neue"/>
              </a:rPr>
              <a:t>Due to rapid advances of AI, deepfake technology has been changing digital media creation and manipulation. As it becomes more and more accessible, individuals with limited technical expertise are now able to generate convincing manipulated videos, this led to a rise in harmful uses, such as scams impersonating individuals, spread of misinformation, fabricated political statements, and manipulation of digital evidence.(Priyanga et al., 2026, p.1)</a:t>
            </a:r>
            <a:endParaRPr/>
          </a:p>
        </p:txBody>
      </p:sp>
      <p:sp>
        <p:nvSpPr>
          <p:cNvPr id="100" name="Google Shape;100;p13"/>
          <p:cNvSpPr txBox="1"/>
          <p:nvPr/>
        </p:nvSpPr>
        <p:spPr>
          <a:xfrm>
            <a:off x="28943300" y="14419262"/>
            <a:ext cx="12787312" cy="46196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101" name="Google Shape;101;p13"/>
          <p:cNvSpPr txBox="1"/>
          <p:nvPr/>
        </p:nvSpPr>
        <p:spPr>
          <a:xfrm>
            <a:off x="15073313" y="26417975"/>
            <a:ext cx="127872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41666"/>
              </a:lnSpc>
              <a:spcBef>
                <a:spcPts val="0"/>
              </a:spcBef>
              <a:spcAft>
                <a:spcPts val="0"/>
              </a:spcAft>
              <a:buClr>
                <a:schemeClr val="dk1"/>
              </a:buClr>
              <a:buSzPts val="2400"/>
              <a:buFont typeface="Arial"/>
              <a:buNone/>
            </a:pPr>
            <a:r>
              <a:rPr b="1" i="0" lang="en-US" sz="2400" u="none">
                <a:solidFill>
                  <a:schemeClr val="dk1"/>
                </a:solidFill>
                <a:latin typeface="Arial"/>
                <a:ea typeface="Arial"/>
                <a:cs typeface="Arial"/>
                <a:sym typeface="Arial"/>
              </a:rPr>
              <a:t>Fig. 1 </a:t>
            </a:r>
            <a:r>
              <a:rPr b="0" i="0" lang="en-US" sz="2400" u="none">
                <a:solidFill>
                  <a:schemeClr val="dk1"/>
                </a:solidFill>
                <a:latin typeface="Arial"/>
                <a:ea typeface="Arial"/>
                <a:cs typeface="Arial"/>
                <a:sym typeface="Arial"/>
              </a:rPr>
              <a:t>Caption size 24pt Arial and exactly 34pt space between lines</a:t>
            </a:r>
            <a:endParaRPr/>
          </a:p>
        </p:txBody>
      </p:sp>
      <p:sp>
        <p:nvSpPr>
          <p:cNvPr id="102" name="Google Shape;102;p13"/>
          <p:cNvSpPr txBox="1"/>
          <p:nvPr/>
        </p:nvSpPr>
        <p:spPr>
          <a:xfrm>
            <a:off x="15165388" y="18245525"/>
            <a:ext cx="517500" cy="446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103" name="Google Shape;103;p13"/>
          <p:cNvSpPr txBox="1"/>
          <p:nvPr/>
        </p:nvSpPr>
        <p:spPr>
          <a:xfrm>
            <a:off x="15154275" y="18266162"/>
            <a:ext cx="12660300" cy="8045400"/>
          </a:xfrm>
          <a:prstGeom prst="rect">
            <a:avLst/>
          </a:prstGeom>
          <a:noFill/>
          <a:ln cap="sq" cmpd="sng" w="12700">
            <a:solidFill>
              <a:srgbClr val="00668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104" name="Google Shape;104;p13"/>
          <p:cNvSpPr txBox="1"/>
          <p:nvPr/>
        </p:nvSpPr>
        <p:spPr>
          <a:xfrm>
            <a:off x="15165388" y="22617500"/>
            <a:ext cx="517500" cy="446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105" name="Google Shape;105;p13"/>
          <p:cNvSpPr txBox="1"/>
          <p:nvPr/>
        </p:nvSpPr>
        <p:spPr>
          <a:xfrm>
            <a:off x="28943300" y="6221412"/>
            <a:ext cx="12787200" cy="3898800"/>
          </a:xfrm>
          <a:prstGeom prst="rect">
            <a:avLst/>
          </a:prstGeom>
          <a:noFill/>
          <a:ln>
            <a:noFill/>
          </a:ln>
        </p:spPr>
        <p:txBody>
          <a:bodyPr anchorCtr="0" anchor="t" bIns="45700" lIns="91425" spcFirstLastPara="1" rIns="91425" wrap="square" tIns="45700">
            <a:spAutoFit/>
          </a:bodyPr>
          <a:lstStyle/>
          <a:p>
            <a:pPr indent="0" lvl="0" marL="0" marR="0" rtl="0" algn="l">
              <a:lnSpc>
                <a:spcPct val="138888"/>
              </a:lnSpc>
              <a:spcBef>
                <a:spcPts val="0"/>
              </a:spcBef>
              <a:spcAft>
                <a:spcPts val="0"/>
              </a:spcAft>
              <a:buClr>
                <a:schemeClr val="dk1"/>
              </a:buClr>
              <a:buSzPts val="3600"/>
              <a:buFont typeface="Helvetica Neue"/>
              <a:buNone/>
            </a:pPr>
            <a:r>
              <a:rPr b="0" i="0" lang="en-US" sz="3600" u="none">
                <a:solidFill>
                  <a:schemeClr val="dk1"/>
                </a:solidFill>
                <a:latin typeface="Helvetica Neue"/>
                <a:ea typeface="Helvetica Neue"/>
                <a:cs typeface="Helvetica Neue"/>
                <a:sym typeface="Helvetica Neue"/>
              </a:rPr>
              <a:t>Text size 36pt Arial and exactly 50pt space between lines</a:t>
            </a:r>
            <a:endParaRPr/>
          </a:p>
          <a:p>
            <a:pPr indent="-228600" lvl="0" marL="0" marR="0" rtl="0" algn="l">
              <a:lnSpc>
                <a:spcPct val="138888"/>
              </a:lnSpc>
              <a:spcBef>
                <a:spcPts val="1200"/>
              </a:spcBef>
              <a:spcAft>
                <a:spcPts val="0"/>
              </a:spcAft>
              <a:buClr>
                <a:schemeClr val="dk1"/>
              </a:buClr>
              <a:buSzPts val="3600"/>
              <a:buFont typeface="Arial"/>
              <a:buChar char="•"/>
            </a:pPr>
            <a:r>
              <a:rPr b="0" i="0" lang="en-US" sz="3600" u="none">
                <a:solidFill>
                  <a:schemeClr val="dk1"/>
                </a:solidFill>
                <a:latin typeface="Arial"/>
                <a:ea typeface="Arial"/>
                <a:cs typeface="Arial"/>
                <a:sym typeface="Arial"/>
              </a:rPr>
              <a:t>Bullet text same as text size with 12pt space before</a:t>
            </a:r>
            <a:endParaRPr/>
          </a:p>
          <a:p>
            <a:pPr indent="-228600" lvl="0" marL="0" marR="0" rtl="0" algn="l">
              <a:lnSpc>
                <a:spcPct val="138888"/>
              </a:lnSpc>
              <a:spcBef>
                <a:spcPts val="1200"/>
              </a:spcBef>
              <a:spcAft>
                <a:spcPts val="0"/>
              </a:spcAft>
              <a:buClr>
                <a:schemeClr val="dk1"/>
              </a:buClr>
              <a:buSzPts val="3600"/>
              <a:buFont typeface="Arial"/>
              <a:buChar char="•"/>
            </a:pPr>
            <a:r>
              <a:rPr b="0" i="0" lang="en-US" sz="3600" u="none">
                <a:solidFill>
                  <a:schemeClr val="dk1"/>
                </a:solidFill>
                <a:latin typeface="Arial"/>
                <a:ea typeface="Arial"/>
                <a:cs typeface="Arial"/>
                <a:sym typeface="Arial"/>
              </a:rPr>
              <a:t>Bullet text same as text size with 12pt space before</a:t>
            </a:r>
            <a:endParaRPr/>
          </a:p>
          <a:p>
            <a:pPr indent="-228600" lvl="0" marL="0" marR="0" rtl="0" algn="l">
              <a:lnSpc>
                <a:spcPct val="138888"/>
              </a:lnSpc>
              <a:spcBef>
                <a:spcPts val="1200"/>
              </a:spcBef>
              <a:spcAft>
                <a:spcPts val="0"/>
              </a:spcAft>
              <a:buClr>
                <a:schemeClr val="dk1"/>
              </a:buClr>
              <a:buSzPts val="3600"/>
              <a:buFont typeface="Arial"/>
              <a:buChar char="•"/>
            </a:pPr>
            <a:r>
              <a:rPr b="0" i="0" lang="en-US" sz="3600" u="none">
                <a:solidFill>
                  <a:schemeClr val="dk1"/>
                </a:solidFill>
                <a:latin typeface="Arial"/>
                <a:ea typeface="Arial"/>
                <a:cs typeface="Arial"/>
                <a:sym typeface="Arial"/>
              </a:rPr>
              <a:t>Bullet text same as text size with 12pt space before</a:t>
            </a:r>
            <a:endParaRPr/>
          </a:p>
          <a:p>
            <a:pPr indent="0" lvl="0" marL="0" marR="0" rtl="0" algn="l">
              <a:lnSpc>
                <a:spcPct val="100000"/>
              </a:lnSpc>
              <a:spcBef>
                <a:spcPts val="0"/>
              </a:spcBef>
              <a:spcAft>
                <a:spcPts val="0"/>
              </a:spcAft>
              <a:buNone/>
            </a:pPr>
            <a:r>
              <a:t/>
            </a:r>
            <a:endParaRPr b="0" i="0" sz="3600" u="none">
              <a:solidFill>
                <a:schemeClr val="dk1"/>
              </a:solidFill>
              <a:latin typeface="Arial"/>
              <a:ea typeface="Arial"/>
              <a:cs typeface="Arial"/>
              <a:sym typeface="Arial"/>
            </a:endParaRPr>
          </a:p>
        </p:txBody>
      </p:sp>
      <p:grpSp>
        <p:nvGrpSpPr>
          <p:cNvPr id="106" name="Google Shape;106;p13"/>
          <p:cNvGrpSpPr/>
          <p:nvPr/>
        </p:nvGrpSpPr>
        <p:grpSpPr>
          <a:xfrm>
            <a:off x="15033717" y="11476908"/>
            <a:ext cx="12885811" cy="1108011"/>
            <a:chOff x="14894284" y="5068979"/>
            <a:chExt cx="12887100" cy="1107900"/>
          </a:xfrm>
        </p:grpSpPr>
        <p:sp>
          <p:nvSpPr>
            <p:cNvPr id="107" name="Google Shape;107;p13"/>
            <p:cNvSpPr txBox="1"/>
            <p:nvPr/>
          </p:nvSpPr>
          <p:spPr>
            <a:xfrm>
              <a:off x="14894284" y="5068979"/>
              <a:ext cx="12887100" cy="11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6684"/>
                </a:buClr>
                <a:buSzPts val="6600"/>
                <a:buFont typeface="Arial"/>
                <a:buNone/>
              </a:pPr>
              <a:r>
                <a:rPr b="1" i="0" lang="en-US" sz="6600" u="none">
                  <a:solidFill>
                    <a:srgbClr val="006684"/>
                  </a:solidFill>
                  <a:latin typeface="Arial"/>
                  <a:ea typeface="Arial"/>
                  <a:cs typeface="Arial"/>
                  <a:sym typeface="Arial"/>
                </a:rPr>
                <a:t>Results</a:t>
              </a:r>
              <a:endParaRPr/>
            </a:p>
          </p:txBody>
        </p:sp>
        <p:cxnSp>
          <p:nvCxnSpPr>
            <p:cNvPr id="108" name="Google Shape;108;p13"/>
            <p:cNvCxnSpPr/>
            <p:nvPr/>
          </p:nvCxnSpPr>
          <p:spPr>
            <a:xfrm flipH="1" rot="10800000">
              <a:off x="15019206" y="5195636"/>
              <a:ext cx="12745514" cy="1"/>
            </a:xfrm>
            <a:prstGeom prst="straightConnector1">
              <a:avLst/>
            </a:prstGeom>
            <a:noFill/>
            <a:ln cap="flat" cmpd="sng" w="12700">
              <a:solidFill>
                <a:srgbClr val="006684"/>
              </a:solidFill>
              <a:prstDash val="solid"/>
              <a:miter lim="8000"/>
              <a:headEnd len="med" w="med" type="none"/>
              <a:tailEnd len="med" w="med" type="none"/>
            </a:ln>
          </p:spPr>
        </p:cxnSp>
      </p:grpSp>
      <p:sp>
        <p:nvSpPr>
          <p:cNvPr id="109" name="Google Shape;109;p13"/>
          <p:cNvSpPr txBox="1"/>
          <p:nvPr/>
        </p:nvSpPr>
        <p:spPr>
          <a:xfrm>
            <a:off x="28917900" y="25650900"/>
            <a:ext cx="12306300" cy="3648000"/>
          </a:xfrm>
          <a:prstGeom prst="rect">
            <a:avLst/>
          </a:prstGeom>
          <a:noFill/>
          <a:ln>
            <a:noFill/>
          </a:ln>
        </p:spPr>
        <p:txBody>
          <a:bodyPr anchorCtr="0" anchor="t" bIns="45700" lIns="91425" spcFirstLastPara="1" rIns="91425" wrap="square" tIns="45700">
            <a:spAutoFit/>
          </a:bodyPr>
          <a:lstStyle/>
          <a:p>
            <a:pPr indent="0" lvl="0" marL="0" marR="0" rtl="0" algn="l">
              <a:lnSpc>
                <a:spcPct val="61111"/>
              </a:lnSpc>
              <a:spcBef>
                <a:spcPts val="0"/>
              </a:spcBef>
              <a:spcAft>
                <a:spcPts val="0"/>
              </a:spcAft>
              <a:buClr>
                <a:schemeClr val="dk1"/>
              </a:buClr>
              <a:buSzPts val="3600"/>
              <a:buFont typeface="Arial"/>
              <a:buNone/>
            </a:pPr>
            <a:r>
              <a:rPr b="1" i="0" lang="en-US" sz="3600" u="none">
                <a:solidFill>
                  <a:schemeClr val="dk1"/>
                </a:solidFill>
                <a:latin typeface="Arial"/>
                <a:ea typeface="Arial"/>
                <a:cs typeface="Arial"/>
                <a:sym typeface="Arial"/>
              </a:rPr>
              <a:t>References</a:t>
            </a:r>
            <a:endParaRPr b="0" i="0" sz="3600" u="none">
              <a:solidFill>
                <a:schemeClr val="dk1"/>
              </a:solidFill>
              <a:latin typeface="Arial"/>
              <a:ea typeface="Arial"/>
              <a:cs typeface="Arial"/>
              <a:sym typeface="Arial"/>
            </a:endParaRPr>
          </a:p>
          <a:p>
            <a:pPr indent="0" lvl="0" marL="0" marR="0" rtl="0" algn="l">
              <a:lnSpc>
                <a:spcPct val="146666"/>
              </a:lnSpc>
              <a:spcBef>
                <a:spcPts val="1200"/>
              </a:spcBef>
              <a:spcAft>
                <a:spcPts val="0"/>
              </a:spcAft>
              <a:buClr>
                <a:schemeClr val="dk1"/>
              </a:buClr>
              <a:buSzPts val="1500"/>
              <a:buFont typeface="Arial"/>
              <a:buNone/>
            </a:pPr>
            <a:r>
              <a:rPr lang="en-US" sz="1500">
                <a:solidFill>
                  <a:schemeClr val="dk1"/>
                </a:solidFill>
              </a:rPr>
              <a:t>Caballar, R.D. and Stryker, C. (2025). What is computer vision? | IBM. [online] Ibm.com. Available at: https://www.ibm.com/think/topics/computer-vision.</a:t>
            </a:r>
            <a:endParaRPr sz="1500">
              <a:solidFill>
                <a:schemeClr val="dk1"/>
              </a:solidFill>
            </a:endParaRPr>
          </a:p>
          <a:p>
            <a:pPr indent="0" lvl="0" marL="0" marR="0" rtl="0" algn="l">
              <a:lnSpc>
                <a:spcPct val="146666"/>
              </a:lnSpc>
              <a:spcBef>
                <a:spcPts val="1200"/>
              </a:spcBef>
              <a:spcAft>
                <a:spcPts val="0"/>
              </a:spcAft>
              <a:buClr>
                <a:schemeClr val="dk1"/>
              </a:buClr>
              <a:buSzPts val="1500"/>
              <a:buFont typeface="Arial"/>
              <a:buNone/>
            </a:pPr>
            <a:r>
              <a:rPr lang="en-US" sz="1500">
                <a:solidFill>
                  <a:schemeClr val="dk1"/>
                </a:solidFill>
              </a:rPr>
              <a:t>Chen, H. and Magramo, K. (2024). Finance worker pays out $25 million after video call with deepfake ‘chief financial officer’. [online] CNN. Available at: https://edition.cnn.com/2024/02/04/asia/deepfake-cfo-scam-hong-kong-intl-hnk [Accessed 22 Oct. 2026].</a:t>
            </a:r>
            <a:endParaRPr sz="1500">
              <a:solidFill>
                <a:schemeClr val="dk1"/>
              </a:solidFill>
            </a:endParaRPr>
          </a:p>
          <a:p>
            <a:pPr indent="0" lvl="0" marL="0" marR="0" rtl="0" algn="l">
              <a:lnSpc>
                <a:spcPct val="146666"/>
              </a:lnSpc>
              <a:spcBef>
                <a:spcPts val="1200"/>
              </a:spcBef>
              <a:spcAft>
                <a:spcPts val="0"/>
              </a:spcAft>
              <a:buClr>
                <a:schemeClr val="dk1"/>
              </a:buClr>
              <a:buSzPts val="1500"/>
              <a:buFont typeface="Arial"/>
              <a:buNone/>
            </a:pPr>
            <a:r>
              <a:rPr lang="en-US" sz="1500">
                <a:solidFill>
                  <a:schemeClr val="dk1"/>
                </a:solidFill>
              </a:rPr>
              <a:t>Priyanga, M.G., Kumar Pandey, A., Aathif H, M., Shankar K B, V. and Kumar S, S. (2026). Deepfake shield: An intelligent deepfake detection system. International Scientific Journal of Engineering &amp; Management, 5(4), pp.pp. 1–8. doi:10.55041/ISJEM06433.</a:t>
            </a:r>
            <a:endParaRPr sz="1500">
              <a:solidFill>
                <a:schemeClr val="dk1"/>
              </a:solidFill>
            </a:endParaRPr>
          </a:p>
          <a:p>
            <a:pPr indent="0" lvl="0" marL="0" marR="0" rtl="0" algn="l">
              <a:lnSpc>
                <a:spcPct val="146666"/>
              </a:lnSpc>
              <a:spcBef>
                <a:spcPts val="1200"/>
              </a:spcBef>
              <a:spcAft>
                <a:spcPts val="0"/>
              </a:spcAft>
              <a:buClr>
                <a:schemeClr val="dk1"/>
              </a:buClr>
              <a:buSzPts val="1500"/>
              <a:buFont typeface="Arial"/>
              <a:buNone/>
            </a:pPr>
            <a:r>
              <a:rPr lang="en-US" sz="1500">
                <a:solidFill>
                  <a:schemeClr val="dk1"/>
                </a:solidFill>
              </a:rPr>
              <a:t>Verma, Y. (2025). Artificial intelligence-driven robotics: Foundations, architectures, applications, and future directions. International Scientific Journal of Engineering &amp; Management, 4(12), pp.1–6. doi:10.55041/ISJEM05307.</a:t>
            </a:r>
            <a:endParaRPr sz="1500">
              <a:solidFill>
                <a:schemeClr val="dk1"/>
              </a:solidFill>
            </a:endParaRPr>
          </a:p>
        </p:txBody>
      </p:sp>
      <p:grpSp>
        <p:nvGrpSpPr>
          <p:cNvPr id="110" name="Google Shape;110;p13"/>
          <p:cNvGrpSpPr/>
          <p:nvPr/>
        </p:nvGrpSpPr>
        <p:grpSpPr>
          <a:xfrm>
            <a:off x="28917993" y="4972195"/>
            <a:ext cx="12885817" cy="1108107"/>
            <a:chOff x="14894284" y="5068979"/>
            <a:chExt cx="12887106" cy="1107996"/>
          </a:xfrm>
        </p:grpSpPr>
        <p:sp>
          <p:nvSpPr>
            <p:cNvPr id="111" name="Google Shape;111;p13"/>
            <p:cNvSpPr txBox="1"/>
            <p:nvPr/>
          </p:nvSpPr>
          <p:spPr>
            <a:xfrm>
              <a:off x="14894284" y="5068979"/>
              <a:ext cx="12887106" cy="110799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6684"/>
                </a:buClr>
                <a:buSzPts val="6600"/>
                <a:buFont typeface="Arial"/>
                <a:buNone/>
              </a:pPr>
              <a:r>
                <a:rPr b="1" i="0" lang="en-US" sz="6600" u="none">
                  <a:solidFill>
                    <a:srgbClr val="006684"/>
                  </a:solidFill>
                  <a:latin typeface="Arial"/>
                  <a:ea typeface="Arial"/>
                  <a:cs typeface="Arial"/>
                  <a:sym typeface="Arial"/>
                </a:rPr>
                <a:t>Conclusions</a:t>
              </a:r>
              <a:endParaRPr/>
            </a:p>
          </p:txBody>
        </p:sp>
        <p:cxnSp>
          <p:nvCxnSpPr>
            <p:cNvPr id="112" name="Google Shape;112;p13"/>
            <p:cNvCxnSpPr/>
            <p:nvPr/>
          </p:nvCxnSpPr>
          <p:spPr>
            <a:xfrm flipH="1" rot="10800000">
              <a:off x="15019206" y="5195636"/>
              <a:ext cx="12745514" cy="1"/>
            </a:xfrm>
            <a:prstGeom prst="straightConnector1">
              <a:avLst/>
            </a:prstGeom>
            <a:noFill/>
            <a:ln cap="flat" cmpd="sng" w="12700">
              <a:solidFill>
                <a:srgbClr val="006684"/>
              </a:solidFill>
              <a:prstDash val="solid"/>
              <a:miter lim="8000"/>
              <a:headEnd len="med" w="med" type="none"/>
              <a:tailEnd len="med" w="med" type="none"/>
            </a:ln>
          </p:spPr>
        </p:cxnSp>
      </p:grpSp>
      <p:sp>
        <p:nvSpPr>
          <p:cNvPr id="113" name="Google Shape;113;p13"/>
          <p:cNvSpPr txBox="1"/>
          <p:nvPr/>
        </p:nvSpPr>
        <p:spPr>
          <a:xfrm>
            <a:off x="15016163" y="12656275"/>
            <a:ext cx="12936600" cy="646500"/>
          </a:xfrm>
          <a:prstGeom prst="rect">
            <a:avLst/>
          </a:prstGeom>
          <a:noFill/>
          <a:ln>
            <a:noFill/>
          </a:ln>
        </p:spPr>
        <p:txBody>
          <a:bodyPr anchorCtr="0" anchor="t" bIns="45700" lIns="91425" spcFirstLastPara="1" rIns="91425" wrap="square" tIns="45700">
            <a:spAutoFit/>
          </a:bodyPr>
          <a:lstStyle/>
          <a:p>
            <a:pPr indent="0" lvl="0" marL="0" marR="0" rtl="0" algn="l">
              <a:lnSpc>
                <a:spcPct val="138888"/>
              </a:lnSpc>
              <a:spcBef>
                <a:spcPts val="0"/>
              </a:spcBef>
              <a:spcAft>
                <a:spcPts val="0"/>
              </a:spcAft>
              <a:buClr>
                <a:schemeClr val="dk1"/>
              </a:buClr>
              <a:buSzPts val="3600"/>
              <a:buFont typeface="Helvetica Neue"/>
              <a:buNone/>
            </a:pPr>
            <a:r>
              <a:rPr b="0" i="0" lang="en-US" sz="3600" u="none">
                <a:solidFill>
                  <a:schemeClr val="dk1"/>
                </a:solidFill>
                <a:latin typeface="Helvetica Neue"/>
                <a:ea typeface="Helvetica Neue"/>
                <a:cs typeface="Helvetica Neue"/>
                <a:sym typeface="Helvetica Neue"/>
              </a:rPr>
              <a:t>Text size 36pt Arial and exactly 50pt space between lines</a:t>
            </a:r>
            <a:endParaRPr/>
          </a:p>
        </p:txBody>
      </p:sp>
      <p:sp>
        <p:nvSpPr>
          <p:cNvPr id="114" name="Google Shape;114;p13"/>
          <p:cNvSpPr txBox="1"/>
          <p:nvPr/>
        </p:nvSpPr>
        <p:spPr>
          <a:xfrm>
            <a:off x="0" y="-58737"/>
            <a:ext cx="42808525" cy="3211512"/>
          </a:xfrm>
          <a:prstGeom prst="rect">
            <a:avLst/>
          </a:prstGeom>
          <a:solidFill>
            <a:srgbClr val="006684"/>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2300" u="none">
              <a:solidFill>
                <a:schemeClr val="dk1"/>
              </a:solidFill>
              <a:latin typeface="Arial"/>
              <a:ea typeface="Arial"/>
              <a:cs typeface="Arial"/>
              <a:sym typeface="Arial"/>
            </a:endParaRPr>
          </a:p>
        </p:txBody>
      </p:sp>
      <p:sp>
        <p:nvSpPr>
          <p:cNvPr id="115" name="Google Shape;115;p13"/>
          <p:cNvSpPr txBox="1"/>
          <p:nvPr/>
        </p:nvSpPr>
        <p:spPr>
          <a:xfrm>
            <a:off x="955675" y="150812"/>
            <a:ext cx="31796100" cy="1108200"/>
          </a:xfrm>
          <a:prstGeom prst="rect">
            <a:avLst/>
          </a:prstGeom>
          <a:noFill/>
          <a:ln>
            <a:noFill/>
          </a:ln>
        </p:spPr>
        <p:txBody>
          <a:bodyPr anchorCtr="0" anchor="t" bIns="45700" lIns="91425" spcFirstLastPara="1" rIns="91425" wrap="square" tIns="45700">
            <a:spAutoFit/>
          </a:bodyPr>
          <a:lstStyle/>
          <a:p>
            <a:pPr indent="0" lvl="0" marL="0" marR="0" rtl="0" algn="l">
              <a:lnSpc>
                <a:spcPct val="115151"/>
              </a:lnSpc>
              <a:spcBef>
                <a:spcPts val="0"/>
              </a:spcBef>
              <a:spcAft>
                <a:spcPts val="0"/>
              </a:spcAft>
              <a:buClr>
                <a:schemeClr val="lt1"/>
              </a:buClr>
              <a:buSzPts val="6600"/>
              <a:buFont typeface="Arial"/>
              <a:buNone/>
            </a:pPr>
            <a:r>
              <a:rPr b="1" lang="en-US" sz="6600">
                <a:solidFill>
                  <a:schemeClr val="lt1"/>
                </a:solidFill>
              </a:rPr>
              <a:t>Ethical, legal and social impacts of computer vision</a:t>
            </a:r>
            <a:endParaRPr/>
          </a:p>
        </p:txBody>
      </p:sp>
      <p:sp>
        <p:nvSpPr>
          <p:cNvPr id="116" name="Google Shape;116;p13"/>
          <p:cNvSpPr txBox="1"/>
          <p:nvPr/>
        </p:nvSpPr>
        <p:spPr>
          <a:xfrm>
            <a:off x="992187" y="2374900"/>
            <a:ext cx="35269500" cy="615600"/>
          </a:xfrm>
          <a:prstGeom prst="rect">
            <a:avLst/>
          </a:prstGeom>
          <a:noFill/>
          <a:ln>
            <a:noFill/>
          </a:ln>
        </p:spPr>
        <p:txBody>
          <a:bodyPr anchorCtr="0" anchor="t" bIns="45700" lIns="91425" spcFirstLastPara="1" rIns="91425" wrap="square" tIns="45700">
            <a:spAutoFit/>
          </a:bodyPr>
          <a:lstStyle/>
          <a:p>
            <a:pPr indent="0" lvl="0" marL="0" marR="0" rtl="0" algn="l">
              <a:lnSpc>
                <a:spcPct val="85000"/>
              </a:lnSpc>
              <a:spcBef>
                <a:spcPts val="0"/>
              </a:spcBef>
              <a:spcAft>
                <a:spcPts val="0"/>
              </a:spcAft>
              <a:buClr>
                <a:schemeClr val="lt1"/>
              </a:buClr>
              <a:buSzPts val="4000"/>
              <a:buFont typeface="Arial"/>
              <a:buNone/>
            </a:pPr>
            <a:r>
              <a:rPr b="1" lang="en-US" sz="4000">
                <a:solidFill>
                  <a:schemeClr val="lt1"/>
                </a:solidFill>
              </a:rPr>
              <a:t>Breno Valle de Aguiar</a:t>
            </a:r>
            <a:endParaRPr/>
          </a:p>
        </p:txBody>
      </p:sp>
      <p:sp>
        <p:nvSpPr>
          <p:cNvPr id="117" name="Google Shape;117;p13"/>
          <p:cNvSpPr txBox="1"/>
          <p:nvPr/>
        </p:nvSpPr>
        <p:spPr>
          <a:xfrm>
            <a:off x="974725" y="3211512"/>
            <a:ext cx="95949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41666"/>
              </a:lnSpc>
              <a:spcBef>
                <a:spcPts val="0"/>
              </a:spcBef>
              <a:spcAft>
                <a:spcPts val="0"/>
              </a:spcAft>
              <a:buClr>
                <a:schemeClr val="dk1"/>
              </a:buClr>
              <a:buSzPts val="2400"/>
              <a:buFont typeface="Arial"/>
              <a:buNone/>
            </a:pPr>
            <a:r>
              <a:rPr b="0" i="0" lang="en-US" sz="2400" u="none">
                <a:solidFill>
                  <a:schemeClr val="dk1"/>
                </a:solidFill>
                <a:latin typeface="Arial"/>
                <a:ea typeface="Arial"/>
                <a:cs typeface="Arial"/>
                <a:sym typeface="Arial"/>
              </a:rPr>
              <a:t>BSc (</a:t>
            </a:r>
            <a:r>
              <a:rPr lang="en-US" sz="2400">
                <a:solidFill>
                  <a:schemeClr val="dk1"/>
                </a:solidFill>
              </a:rPr>
              <a:t>Hons) in Computing in IT</a:t>
            </a:r>
            <a:endParaRPr/>
          </a:p>
        </p:txBody>
      </p:sp>
      <p:pic>
        <p:nvPicPr>
          <p:cNvPr descr="A blue and black text&#10;&#10;Description automatically generated" id="118" name="Google Shape;118;p13"/>
          <p:cNvPicPr preferRelativeResize="0"/>
          <p:nvPr/>
        </p:nvPicPr>
        <p:blipFill rotWithShape="1">
          <a:blip r:embed="rId3">
            <a:alphaModFix/>
          </a:blip>
          <a:srcRect b="0" l="0" r="0" t="0"/>
          <a:stretch/>
        </p:blipFill>
        <p:spPr>
          <a:xfrm>
            <a:off x="34945637" y="625475"/>
            <a:ext cx="6784975" cy="1789112"/>
          </a:xfrm>
          <a:prstGeom prst="rect">
            <a:avLst/>
          </a:prstGeom>
          <a:noFill/>
          <a:ln>
            <a:noFill/>
          </a:ln>
        </p:spPr>
      </p:pic>
      <p:sp>
        <p:nvSpPr>
          <p:cNvPr id="119" name="Google Shape;119;p13"/>
          <p:cNvSpPr txBox="1"/>
          <p:nvPr/>
        </p:nvSpPr>
        <p:spPr>
          <a:xfrm>
            <a:off x="15016163" y="5141149"/>
            <a:ext cx="12936600" cy="6033900"/>
          </a:xfrm>
          <a:prstGeom prst="rect">
            <a:avLst/>
          </a:prstGeom>
          <a:noFill/>
          <a:ln>
            <a:noFill/>
          </a:ln>
        </p:spPr>
        <p:txBody>
          <a:bodyPr anchorCtr="0" anchor="t" bIns="45700" lIns="91425" spcFirstLastPara="1" rIns="91425" wrap="square" tIns="45700">
            <a:spAutoFit/>
          </a:bodyPr>
          <a:lstStyle/>
          <a:p>
            <a:pPr indent="0" lvl="0" marL="0" marR="0" rtl="0" algn="just">
              <a:lnSpc>
                <a:spcPct val="138888"/>
              </a:lnSpc>
              <a:spcBef>
                <a:spcPts val="0"/>
              </a:spcBef>
              <a:spcAft>
                <a:spcPts val="0"/>
              </a:spcAft>
              <a:buClr>
                <a:schemeClr val="dk1"/>
              </a:buClr>
              <a:buSzPts val="3600"/>
              <a:buFont typeface="Helvetica Neue"/>
              <a:buNone/>
            </a:pPr>
            <a:r>
              <a:rPr lang="en-US" sz="3600">
                <a:solidFill>
                  <a:schemeClr val="dk1"/>
                </a:solidFill>
                <a:latin typeface="Helvetica Neue"/>
                <a:ea typeface="Helvetica Neue"/>
                <a:cs typeface="Helvetica Neue"/>
                <a:sym typeface="Helvetica Neue"/>
              </a:rPr>
              <a:t>However deep learning has evolved as the solution for detecting deepfake media. In this case, convolutional neural networks(CNNs) are specifically effective in this task due to being able to automatically learn hierarchical feature representations from images. By identifying subtle inconsistencies in facial textures, lighting patterns and spatial structures, deepfake media can be detected.(Priyanga et al., 2026, p.1)</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efault Design">
  <a:themeElements>
    <a:clrScheme name="Custom 1">
      <a:dk1>
        <a:srgbClr val="000000"/>
      </a:dk1>
      <a:lt1>
        <a:srgbClr val="FFFFFF"/>
      </a:lt1>
      <a:dk2>
        <a:srgbClr val="000000"/>
      </a:dk2>
      <a:lt2>
        <a:srgbClr val="808080"/>
      </a:lt2>
      <a:accent1>
        <a:srgbClr val="D11242"/>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