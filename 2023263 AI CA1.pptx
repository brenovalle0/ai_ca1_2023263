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30279975" cx="42808525"/>
  <p:notesSz cx="6769100" cy="9906000"/>
  <p:embeddedFontLst>
    <p:embeddedFont>
      <p:font typeface="Helvetica Neue"/>
      <p:regular r:id="rId7"/>
      <p:bold r:id="rId8"/>
      <p:italic r:id="rId9"/>
      <p:boldItalic r:id="rId1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75">
          <p15:clr>
            <a:srgbClr val="000000"/>
          </p15:clr>
        </p15:guide>
        <p15:guide id="2" orient="horz" pos="17995">
          <p15:clr>
            <a:srgbClr val="000000"/>
          </p15:clr>
        </p15:guide>
        <p15:guide id="3" orient="horz" pos="4029">
          <p15:clr>
            <a:srgbClr val="000000"/>
          </p15:clr>
        </p15:guide>
        <p15:guide id="4" orient="horz" pos="576">
          <p15:clr>
            <a:srgbClr val="000000"/>
          </p15:clr>
        </p15:guide>
        <p15:guide id="5" orient="horz" pos="3211">
          <p15:clr>
            <a:srgbClr val="000000"/>
          </p15:clr>
        </p15:guide>
        <p15:guide id="6" pos="17486">
          <p15:clr>
            <a:srgbClr val="000000"/>
          </p15:clr>
        </p15:guide>
        <p15:guide id="7" pos="8712">
          <p15:clr>
            <a:srgbClr val="000000"/>
          </p15:clr>
        </p15:guide>
        <p15:guide id="8" pos="26278">
          <p15:clr>
            <a:srgbClr val="000000"/>
          </p15:clr>
        </p15:guide>
        <p15:guide id="9" pos="654">
          <p15:clr>
            <a:srgbClr val="000000"/>
          </p15:clr>
        </p15:guide>
        <p15:guide id="10" pos="18284">
          <p15:clr>
            <a:srgbClr val="000000"/>
          </p15:clr>
        </p15:guide>
        <p15:guide id="11" pos="13667">
          <p15:clr>
            <a:srgbClr val="000000"/>
          </p15:clr>
        </p15:guide>
        <p15:guide id="12" pos="9511">
          <p15:clr>
            <a:srgbClr val="000000"/>
          </p15:clr>
        </p15:guide>
        <p15:guide id="13" pos="13284">
          <p15:clr>
            <a:srgbClr val="000000"/>
          </p15:clr>
        </p15:guide>
      </p15:sldGuideLst>
    </p:ext>
    <p:ext uri="{2D200454-40CA-4A62-9FC3-DE9A4176ACB9}">
      <p15:notesGuideLst>
        <p15:guide id="1" orient="horz" pos="3120">
          <p15:clr>
            <a:srgbClr val="000000"/>
          </p15:clr>
        </p15:guide>
        <p15:guide id="2" pos="2132">
          <p15:clr>
            <a:srgbClr val="000000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75" orient="horz"/>
        <p:guide pos="17995" orient="horz"/>
        <p:guide pos="4029" orient="horz"/>
        <p:guide pos="576" orient="horz"/>
        <p:guide pos="3211" orient="horz"/>
        <p:guide pos="17486"/>
        <p:guide pos="8712"/>
        <p:guide pos="26278"/>
        <p:guide pos="654"/>
        <p:guide pos="18284"/>
        <p:guide pos="13667"/>
        <p:guide pos="9511"/>
        <p:guide pos="13284"/>
      </p:guideLst>
    </p:cSldViewPr>
  </p:slide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pos="3120" orient="horz"/>
        <p:guide pos="2132"/>
      </p:guideLst>
    </p:cSldViewPr>
  </p:notes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0" Type="http://schemas.openxmlformats.org/officeDocument/2006/relationships/font" Target="fonts/HelveticaNeue-boldItalic.fntdata"/><Relationship Id="rId9" Type="http://schemas.openxmlformats.org/officeDocument/2006/relationships/font" Target="fonts/HelveticaNeue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HelveticaNeue-regular.fntdata"/><Relationship Id="rId8" Type="http://schemas.openxmlformats.org/officeDocument/2006/relationships/font" Target="fonts/HelveticaNeue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3370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33812" y="0"/>
            <a:ext cx="293370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758825" y="742950"/>
            <a:ext cx="5251450" cy="3714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76275" y="4705350"/>
            <a:ext cx="5416550" cy="44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9409112"/>
            <a:ext cx="2933700" cy="4953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33812" y="9409112"/>
            <a:ext cx="2933700" cy="4953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/>
          <p:nvPr>
            <p:ph idx="2" type="sldImg"/>
          </p:nvPr>
        </p:nvSpPr>
        <p:spPr>
          <a:xfrm>
            <a:off x="758825" y="742950"/>
            <a:ext cx="5251450" cy="3714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5242"/>
            <a:headEnd len="sm" w="sm" type="none"/>
            <a:tailEnd len="sm" w="sm" type="none"/>
          </a:ln>
        </p:spPr>
      </p:sp>
      <p:sp>
        <p:nvSpPr>
          <p:cNvPr id="86" name="Google Shape;86;p1:notes"/>
          <p:cNvSpPr txBox="1"/>
          <p:nvPr>
            <p:ph idx="1" type="body"/>
          </p:nvPr>
        </p:nvSpPr>
        <p:spPr>
          <a:xfrm>
            <a:off x="676275" y="4705350"/>
            <a:ext cx="5416550" cy="44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:notes"/>
          <p:cNvSpPr txBox="1"/>
          <p:nvPr/>
        </p:nvSpPr>
        <p:spPr>
          <a:xfrm>
            <a:off x="3833812" y="9409112"/>
            <a:ext cx="2933700" cy="4953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idx="10" type="dt"/>
          </p:nvPr>
        </p:nvSpPr>
        <p:spPr>
          <a:xfrm>
            <a:off x="3209925" y="27589162"/>
            <a:ext cx="8918575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1" type="ftr"/>
          </p:nvPr>
        </p:nvSpPr>
        <p:spPr>
          <a:xfrm>
            <a:off x="14625637" y="27589162"/>
            <a:ext cx="13557250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30680025" y="27589162"/>
            <a:ext cx="8918575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/>
          <p:nvPr>
            <p:ph type="title"/>
          </p:nvPr>
        </p:nvSpPr>
        <p:spPr>
          <a:xfrm rot="5400000">
            <a:off x="40985125" y="4041183"/>
            <a:ext cx="17134473" cy="12859766"/>
          </a:xfrm>
          <a:prstGeom prst="rect">
            <a:avLst/>
          </a:prstGeom>
          <a:noFill/>
          <a:ln>
            <a:noFill/>
          </a:ln>
        </p:spPr>
        <p:txBody>
          <a:bodyPr anchorCtr="0" anchor="ctr" bIns="224575" lIns="449175" spcFirstLastPara="1" rIns="449175" wrap="square" tIns="2245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" type="body"/>
          </p:nvPr>
        </p:nvSpPr>
        <p:spPr>
          <a:xfrm rot="5400000">
            <a:off x="15153667" y="-8711229"/>
            <a:ext cx="17134473" cy="38364591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10" type="dt"/>
          </p:nvPr>
        </p:nvSpPr>
        <p:spPr>
          <a:xfrm>
            <a:off x="3209925" y="27589162"/>
            <a:ext cx="8918575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1" type="ftr"/>
          </p:nvPr>
        </p:nvSpPr>
        <p:spPr>
          <a:xfrm>
            <a:off x="14625637" y="27589162"/>
            <a:ext cx="13557250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2" type="sldNum"/>
          </p:nvPr>
        </p:nvSpPr>
        <p:spPr>
          <a:xfrm>
            <a:off x="30680025" y="27589162"/>
            <a:ext cx="8918575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/>
          <p:nvPr>
            <p:ph type="title"/>
          </p:nvPr>
        </p:nvSpPr>
        <p:spPr>
          <a:xfrm>
            <a:off x="3209925" y="2690812"/>
            <a:ext cx="36388675" cy="5046662"/>
          </a:xfrm>
          <a:prstGeom prst="rect">
            <a:avLst/>
          </a:prstGeom>
          <a:noFill/>
          <a:ln>
            <a:noFill/>
          </a:ln>
        </p:spPr>
        <p:txBody>
          <a:bodyPr anchorCtr="0" anchor="ctr" bIns="224575" lIns="449175" spcFirstLastPara="1" rIns="449175" wrap="square" tIns="2245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" type="body"/>
          </p:nvPr>
        </p:nvSpPr>
        <p:spPr>
          <a:xfrm rot="5400000">
            <a:off x="12319794" y="-362744"/>
            <a:ext cx="18168937" cy="36388675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0" type="dt"/>
          </p:nvPr>
        </p:nvSpPr>
        <p:spPr>
          <a:xfrm>
            <a:off x="3209925" y="27589162"/>
            <a:ext cx="8918575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1" type="ftr"/>
          </p:nvPr>
        </p:nvSpPr>
        <p:spPr>
          <a:xfrm>
            <a:off x="14625637" y="27589162"/>
            <a:ext cx="13557250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30680025" y="27589162"/>
            <a:ext cx="8918575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/>
          <p:nvPr>
            <p:ph type="title"/>
          </p:nvPr>
        </p:nvSpPr>
        <p:spPr>
          <a:xfrm>
            <a:off x="11861595" y="14992664"/>
            <a:ext cx="36313423" cy="1769967"/>
          </a:xfrm>
          <a:prstGeom prst="rect">
            <a:avLst/>
          </a:prstGeom>
          <a:noFill/>
          <a:ln>
            <a:noFill/>
          </a:ln>
        </p:spPr>
        <p:txBody>
          <a:bodyPr anchorCtr="0" anchor="b" bIns="224575" lIns="449175" spcFirstLastPara="1" rIns="449175" wrap="square" tIns="2245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/>
          <p:nvPr>
            <p:ph idx="2" type="pic"/>
          </p:nvPr>
        </p:nvSpPr>
        <p:spPr>
          <a:xfrm>
            <a:off x="11861595" y="1914056"/>
            <a:ext cx="36313423" cy="12850855"/>
          </a:xfrm>
          <a:prstGeom prst="rect">
            <a:avLst/>
          </a:prstGeom>
          <a:noFill/>
          <a:ln>
            <a:noFill/>
          </a:ln>
        </p:spPr>
      </p:sp>
      <p:sp>
        <p:nvSpPr>
          <p:cNvPr id="34" name="Google Shape;34;p5"/>
          <p:cNvSpPr txBox="1"/>
          <p:nvPr>
            <p:ph idx="1" type="body"/>
          </p:nvPr>
        </p:nvSpPr>
        <p:spPr>
          <a:xfrm>
            <a:off x="11861595" y="16762631"/>
            <a:ext cx="36313423" cy="2513651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None/>
              <a:defRPr sz="900"/>
            </a:lvl9pPr>
          </a:lstStyle>
          <a:p/>
        </p:txBody>
      </p:sp>
      <p:sp>
        <p:nvSpPr>
          <p:cNvPr id="35" name="Google Shape;35;p5"/>
          <p:cNvSpPr txBox="1"/>
          <p:nvPr>
            <p:ph idx="10" type="dt"/>
          </p:nvPr>
        </p:nvSpPr>
        <p:spPr>
          <a:xfrm>
            <a:off x="3209925" y="27589162"/>
            <a:ext cx="8918575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1" type="ftr"/>
          </p:nvPr>
        </p:nvSpPr>
        <p:spPr>
          <a:xfrm>
            <a:off x="14625637" y="27589162"/>
            <a:ext cx="13557250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2" type="sldNum"/>
          </p:nvPr>
        </p:nvSpPr>
        <p:spPr>
          <a:xfrm>
            <a:off x="30680025" y="27589162"/>
            <a:ext cx="8918575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3026501" y="852448"/>
            <a:ext cx="19910939" cy="3629177"/>
          </a:xfrm>
          <a:prstGeom prst="rect">
            <a:avLst/>
          </a:prstGeom>
          <a:noFill/>
          <a:ln>
            <a:noFill/>
          </a:ln>
        </p:spPr>
        <p:txBody>
          <a:bodyPr anchorCtr="0" anchor="b" bIns="224575" lIns="449175" spcFirstLastPara="1" rIns="449175" wrap="square" tIns="2245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23661515" y="852448"/>
            <a:ext cx="33832837" cy="18279746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 New Roman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»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»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»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»"/>
              <a:defRPr sz="2000"/>
            </a:lvl9pPr>
          </a:lstStyle>
          <a:p/>
        </p:txBody>
      </p:sp>
      <p:sp>
        <p:nvSpPr>
          <p:cNvPr id="41" name="Google Shape;41;p6"/>
          <p:cNvSpPr txBox="1"/>
          <p:nvPr>
            <p:ph idx="2" type="body"/>
          </p:nvPr>
        </p:nvSpPr>
        <p:spPr>
          <a:xfrm>
            <a:off x="3026501" y="4481624"/>
            <a:ext cx="19910939" cy="14650569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None/>
              <a:defRPr sz="900"/>
            </a:lvl9pPr>
          </a:lstStyle>
          <a:p/>
        </p:txBody>
      </p:sp>
      <p:sp>
        <p:nvSpPr>
          <p:cNvPr id="42" name="Google Shape;42;p6"/>
          <p:cNvSpPr txBox="1"/>
          <p:nvPr>
            <p:ph idx="10" type="dt"/>
          </p:nvPr>
        </p:nvSpPr>
        <p:spPr>
          <a:xfrm>
            <a:off x="3209925" y="27589162"/>
            <a:ext cx="8918575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idx="11" type="ftr"/>
          </p:nvPr>
        </p:nvSpPr>
        <p:spPr>
          <a:xfrm>
            <a:off x="14625637" y="27589162"/>
            <a:ext cx="13557250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2" type="sldNum"/>
          </p:nvPr>
        </p:nvSpPr>
        <p:spPr>
          <a:xfrm>
            <a:off x="30680025" y="27589162"/>
            <a:ext cx="8918575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/>
          <p:nvPr>
            <p:ph type="title"/>
          </p:nvPr>
        </p:nvSpPr>
        <p:spPr>
          <a:xfrm>
            <a:off x="3209925" y="2690812"/>
            <a:ext cx="36388675" cy="5046662"/>
          </a:xfrm>
          <a:prstGeom prst="rect">
            <a:avLst/>
          </a:prstGeom>
          <a:noFill/>
          <a:ln>
            <a:noFill/>
          </a:ln>
        </p:spPr>
        <p:txBody>
          <a:bodyPr anchorCtr="0" anchor="ctr" bIns="224575" lIns="449175" spcFirstLastPara="1" rIns="449175" wrap="square" tIns="2245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0" type="dt"/>
          </p:nvPr>
        </p:nvSpPr>
        <p:spPr>
          <a:xfrm>
            <a:off x="3209925" y="27589162"/>
            <a:ext cx="8918575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1" type="ftr"/>
          </p:nvPr>
        </p:nvSpPr>
        <p:spPr>
          <a:xfrm>
            <a:off x="14625637" y="27589162"/>
            <a:ext cx="13557250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30680025" y="27589162"/>
            <a:ext cx="8918575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026501" y="858026"/>
            <a:ext cx="54467851" cy="3569682"/>
          </a:xfrm>
          <a:prstGeom prst="rect">
            <a:avLst/>
          </a:prstGeom>
          <a:noFill/>
          <a:ln>
            <a:noFill/>
          </a:ln>
        </p:spPr>
        <p:txBody>
          <a:bodyPr anchorCtr="0" anchor="ctr" bIns="224575" lIns="449175" spcFirstLastPara="1" rIns="449175" wrap="square" tIns="2245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026500" y="4793972"/>
            <a:ext cx="26740548" cy="1998650"/>
          </a:xfrm>
          <a:prstGeom prst="rect">
            <a:avLst/>
          </a:prstGeom>
          <a:noFill/>
          <a:ln>
            <a:noFill/>
          </a:ln>
        </p:spPr>
        <p:txBody>
          <a:bodyPr anchorCtr="0" anchor="b" bIns="224575" lIns="449175" spcFirstLastPara="1" rIns="449175" wrap="square" tIns="224575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b="1" sz="16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3026500" y="6792622"/>
            <a:ext cx="26740548" cy="1233957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Char char="»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Char char="»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Char char="»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Char char="»"/>
              <a:defRPr sz="1600"/>
            </a:lvl9pPr>
          </a:lstStyle>
          <a:p/>
        </p:txBody>
      </p:sp>
      <p:sp>
        <p:nvSpPr>
          <p:cNvPr id="54" name="Google Shape;54;p8"/>
          <p:cNvSpPr txBox="1"/>
          <p:nvPr>
            <p:ph idx="3" type="body"/>
          </p:nvPr>
        </p:nvSpPr>
        <p:spPr>
          <a:xfrm>
            <a:off x="30744665" y="4793972"/>
            <a:ext cx="26749687" cy="1998650"/>
          </a:xfrm>
          <a:prstGeom prst="rect">
            <a:avLst/>
          </a:prstGeom>
          <a:noFill/>
          <a:ln>
            <a:noFill/>
          </a:ln>
        </p:spPr>
        <p:txBody>
          <a:bodyPr anchorCtr="0" anchor="b" bIns="224575" lIns="449175" spcFirstLastPara="1" rIns="449175" wrap="square" tIns="224575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b="1" sz="1600"/>
            </a:lvl9pPr>
          </a:lstStyle>
          <a:p/>
        </p:txBody>
      </p:sp>
      <p:sp>
        <p:nvSpPr>
          <p:cNvPr id="55" name="Google Shape;55;p8"/>
          <p:cNvSpPr txBox="1"/>
          <p:nvPr>
            <p:ph idx="4" type="body"/>
          </p:nvPr>
        </p:nvSpPr>
        <p:spPr>
          <a:xfrm>
            <a:off x="30744665" y="6792622"/>
            <a:ext cx="26749687" cy="1233957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Char char="»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Char char="»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Char char="»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Char char="»"/>
              <a:defRPr sz="1600"/>
            </a:lvl9pPr>
          </a:lstStyle>
          <a:p/>
        </p:txBody>
      </p:sp>
      <p:sp>
        <p:nvSpPr>
          <p:cNvPr id="56" name="Google Shape;56;p8"/>
          <p:cNvSpPr txBox="1"/>
          <p:nvPr>
            <p:ph idx="10" type="dt"/>
          </p:nvPr>
        </p:nvSpPr>
        <p:spPr>
          <a:xfrm>
            <a:off x="3209925" y="27589162"/>
            <a:ext cx="8918575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1" type="ftr"/>
          </p:nvPr>
        </p:nvSpPr>
        <p:spPr>
          <a:xfrm>
            <a:off x="14625637" y="27589162"/>
            <a:ext cx="13557250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8"/>
          <p:cNvSpPr txBox="1"/>
          <p:nvPr>
            <p:ph idx="12" type="sldNum"/>
          </p:nvPr>
        </p:nvSpPr>
        <p:spPr>
          <a:xfrm>
            <a:off x="30680025" y="27589162"/>
            <a:ext cx="8918575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 txBox="1"/>
          <p:nvPr>
            <p:ph type="title"/>
          </p:nvPr>
        </p:nvSpPr>
        <p:spPr>
          <a:xfrm>
            <a:off x="3209925" y="2690812"/>
            <a:ext cx="36388675" cy="5046662"/>
          </a:xfrm>
          <a:prstGeom prst="rect">
            <a:avLst/>
          </a:prstGeom>
          <a:noFill/>
          <a:ln>
            <a:noFill/>
          </a:ln>
        </p:spPr>
        <p:txBody>
          <a:bodyPr anchorCtr="0" anchor="ctr" bIns="224575" lIns="449175" spcFirstLastPara="1" rIns="449175" wrap="square" tIns="2245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9"/>
          <p:cNvSpPr txBox="1"/>
          <p:nvPr>
            <p:ph idx="1" type="body"/>
          </p:nvPr>
        </p:nvSpPr>
        <p:spPr>
          <a:xfrm>
            <a:off x="4538608" y="6187448"/>
            <a:ext cx="25612178" cy="12850855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»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»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»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»"/>
              <a:defRPr sz="1800"/>
            </a:lvl9pPr>
          </a:lstStyle>
          <a:p/>
        </p:txBody>
      </p:sp>
      <p:sp>
        <p:nvSpPr>
          <p:cNvPr id="62" name="Google Shape;62;p9"/>
          <p:cNvSpPr txBox="1"/>
          <p:nvPr>
            <p:ph idx="2" type="body"/>
          </p:nvPr>
        </p:nvSpPr>
        <p:spPr>
          <a:xfrm>
            <a:off x="30370065" y="6187448"/>
            <a:ext cx="25612179" cy="12850855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»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»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»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»"/>
              <a:defRPr sz="1800"/>
            </a:lvl9pPr>
          </a:lstStyle>
          <a:p/>
        </p:txBody>
      </p:sp>
      <p:sp>
        <p:nvSpPr>
          <p:cNvPr id="63" name="Google Shape;63;p9"/>
          <p:cNvSpPr txBox="1"/>
          <p:nvPr>
            <p:ph idx="10" type="dt"/>
          </p:nvPr>
        </p:nvSpPr>
        <p:spPr>
          <a:xfrm>
            <a:off x="3209925" y="27589162"/>
            <a:ext cx="8918575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1" type="ftr"/>
          </p:nvPr>
        </p:nvSpPr>
        <p:spPr>
          <a:xfrm>
            <a:off x="14625637" y="27589162"/>
            <a:ext cx="13557250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30680025" y="27589162"/>
            <a:ext cx="8918575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 txBox="1"/>
          <p:nvPr>
            <p:ph type="title"/>
          </p:nvPr>
        </p:nvSpPr>
        <p:spPr>
          <a:xfrm>
            <a:off x="4780728" y="13762797"/>
            <a:ext cx="51443637" cy="4253871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4000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4780728" y="9077590"/>
            <a:ext cx="51443637" cy="4685208"/>
          </a:xfrm>
          <a:prstGeom prst="rect">
            <a:avLst/>
          </a:prstGeom>
          <a:noFill/>
          <a:ln>
            <a:noFill/>
          </a:ln>
        </p:spPr>
        <p:txBody>
          <a:bodyPr anchorCtr="0" anchor="b" bIns="224575" lIns="449175" spcFirstLastPara="1" rIns="449175" wrap="square" tIns="224575">
            <a:no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None/>
              <a:defRPr sz="2000"/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  <a:defRPr sz="1800"/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sz="1600"/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400"/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400"/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400"/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400"/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400"/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40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3209925" y="27589162"/>
            <a:ext cx="8918575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14625637" y="27589162"/>
            <a:ext cx="13557250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30680025" y="27589162"/>
            <a:ext cx="8918575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3209925" y="2690812"/>
            <a:ext cx="36388675" cy="5046662"/>
          </a:xfrm>
          <a:prstGeom prst="rect">
            <a:avLst/>
          </a:prstGeom>
          <a:noFill/>
          <a:ln>
            <a:noFill/>
          </a:ln>
        </p:spPr>
        <p:txBody>
          <a:bodyPr anchorCtr="0" anchor="ctr" bIns="224575" lIns="449175" spcFirstLastPara="1" rIns="449175" wrap="square" tIns="2245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>
            <a:off x="3209925" y="8747125"/>
            <a:ext cx="36388675" cy="18168937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3209925" y="27589162"/>
            <a:ext cx="8918575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14625637" y="27589162"/>
            <a:ext cx="13557250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30680025" y="27589162"/>
            <a:ext cx="8918575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ctrTitle"/>
          </p:nvPr>
        </p:nvSpPr>
        <p:spPr>
          <a:xfrm>
            <a:off x="4538608" y="6653181"/>
            <a:ext cx="51443637" cy="4591317"/>
          </a:xfrm>
          <a:prstGeom prst="rect">
            <a:avLst/>
          </a:prstGeom>
          <a:noFill/>
          <a:ln>
            <a:noFill/>
          </a:ln>
        </p:spPr>
        <p:txBody>
          <a:bodyPr anchorCtr="0" anchor="ctr" bIns="224575" lIns="449175" spcFirstLastPara="1" rIns="449175" wrap="square" tIns="2245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subTitle"/>
          </p:nvPr>
        </p:nvSpPr>
        <p:spPr>
          <a:xfrm>
            <a:off x="9077215" y="12136918"/>
            <a:ext cx="42366422" cy="54735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lvl="0" algn="ctr">
              <a:spcBef>
                <a:spcPts val="3100"/>
              </a:spcBef>
              <a:spcAft>
                <a:spcPts val="0"/>
              </a:spcAft>
              <a:buClr>
                <a:schemeClr val="dk1"/>
              </a:buClr>
              <a:buSzPts val="15500"/>
              <a:buFont typeface="Times New Roman"/>
              <a:buNone/>
              <a:defRPr/>
            </a:lvl1pPr>
            <a:lvl2pPr lvl="1" algn="ctr">
              <a:spcBef>
                <a:spcPts val="2720"/>
              </a:spcBef>
              <a:spcAft>
                <a:spcPts val="0"/>
              </a:spcAft>
              <a:buClr>
                <a:schemeClr val="dk1"/>
              </a:buClr>
              <a:buSzPts val="13600"/>
              <a:buFont typeface="Times New Roman"/>
              <a:buNone/>
              <a:defRPr/>
            </a:lvl2pPr>
            <a:lvl3pPr lvl="2" algn="ctr">
              <a:spcBef>
                <a:spcPts val="2340"/>
              </a:spcBef>
              <a:spcAft>
                <a:spcPts val="0"/>
              </a:spcAft>
              <a:buClr>
                <a:schemeClr val="dk1"/>
              </a:buClr>
              <a:buSzPts val="11700"/>
              <a:buFont typeface="Times New Roman"/>
              <a:buNone/>
              <a:defRPr/>
            </a:lvl3pPr>
            <a:lvl4pPr lvl="3" algn="ctr">
              <a:spcBef>
                <a:spcPts val="1980"/>
              </a:spcBef>
              <a:spcAft>
                <a:spcPts val="0"/>
              </a:spcAft>
              <a:buClr>
                <a:schemeClr val="dk1"/>
              </a:buClr>
              <a:buSzPts val="9900"/>
              <a:buFont typeface="Times New Roman"/>
              <a:buNone/>
              <a:defRPr/>
            </a:lvl4pPr>
            <a:lvl5pPr lvl="4" algn="ctr">
              <a:spcBef>
                <a:spcPts val="1980"/>
              </a:spcBef>
              <a:spcAft>
                <a:spcPts val="0"/>
              </a:spcAft>
              <a:buClr>
                <a:schemeClr val="dk1"/>
              </a:buClr>
              <a:buSzPts val="9900"/>
              <a:buFont typeface="Times New Roman"/>
              <a:buNone/>
              <a:defRPr/>
            </a:lvl5pPr>
            <a:lvl6pPr lvl="5" algn="ctr">
              <a:spcBef>
                <a:spcPts val="1980"/>
              </a:spcBef>
              <a:spcAft>
                <a:spcPts val="0"/>
              </a:spcAft>
              <a:buClr>
                <a:schemeClr val="dk1"/>
              </a:buClr>
              <a:buSzPts val="9900"/>
              <a:buFont typeface="Times New Roman"/>
              <a:buNone/>
              <a:defRPr/>
            </a:lvl6pPr>
            <a:lvl7pPr lvl="6" algn="ctr">
              <a:spcBef>
                <a:spcPts val="1980"/>
              </a:spcBef>
              <a:spcAft>
                <a:spcPts val="0"/>
              </a:spcAft>
              <a:buClr>
                <a:schemeClr val="dk1"/>
              </a:buClr>
              <a:buSzPts val="9900"/>
              <a:buFont typeface="Times New Roman"/>
              <a:buNone/>
              <a:defRPr/>
            </a:lvl7pPr>
            <a:lvl8pPr lvl="7" algn="ctr">
              <a:spcBef>
                <a:spcPts val="1980"/>
              </a:spcBef>
              <a:spcAft>
                <a:spcPts val="0"/>
              </a:spcAft>
              <a:buClr>
                <a:schemeClr val="dk1"/>
              </a:buClr>
              <a:buSzPts val="9900"/>
              <a:buFont typeface="Times New Roman"/>
              <a:buNone/>
              <a:defRPr/>
            </a:lvl8pPr>
            <a:lvl9pPr lvl="8" algn="ctr">
              <a:spcBef>
                <a:spcPts val="1980"/>
              </a:spcBef>
              <a:spcAft>
                <a:spcPts val="0"/>
              </a:spcAft>
              <a:buClr>
                <a:schemeClr val="dk1"/>
              </a:buClr>
              <a:buSzPts val="9900"/>
              <a:buFont typeface="Times New Roman"/>
              <a:buNone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3209925" y="27589162"/>
            <a:ext cx="8918575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14625637" y="27589162"/>
            <a:ext cx="13557250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30680025" y="27589162"/>
            <a:ext cx="8918575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3209925" y="2690812"/>
            <a:ext cx="36388675" cy="5046662"/>
          </a:xfrm>
          <a:prstGeom prst="rect">
            <a:avLst/>
          </a:prstGeom>
          <a:noFill/>
          <a:ln>
            <a:noFill/>
          </a:ln>
        </p:spPr>
        <p:txBody>
          <a:bodyPr anchorCtr="0" anchor="ctr" bIns="224575" lIns="449175" spcFirstLastPara="1" rIns="449175" wrap="square" tIns="2245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16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16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16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16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16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16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16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16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16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3209925" y="8747125"/>
            <a:ext cx="36388675" cy="18168937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indent="-1212850" lvl="0" marL="457200" marR="0" rtl="0" algn="l">
              <a:spcBef>
                <a:spcPts val="3100"/>
              </a:spcBef>
              <a:spcAft>
                <a:spcPts val="0"/>
              </a:spcAft>
              <a:buClr>
                <a:schemeClr val="dk1"/>
              </a:buClr>
              <a:buSzPts val="15500"/>
              <a:buFont typeface="Times New Roman"/>
              <a:buChar char="•"/>
              <a:defRPr b="0" i="0" sz="155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1092200" lvl="1" marL="914400" marR="0" rtl="0" algn="l">
              <a:spcBef>
                <a:spcPts val="2720"/>
              </a:spcBef>
              <a:spcAft>
                <a:spcPts val="0"/>
              </a:spcAft>
              <a:buClr>
                <a:schemeClr val="dk1"/>
              </a:buClr>
              <a:buSzPts val="13600"/>
              <a:buFont typeface="Times New Roman"/>
              <a:buChar char="–"/>
              <a:defRPr b="0" i="0" sz="136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-971550" lvl="2" marL="1371600" marR="0" rtl="0" algn="l">
              <a:spcBef>
                <a:spcPts val="2340"/>
              </a:spcBef>
              <a:spcAft>
                <a:spcPts val="0"/>
              </a:spcAft>
              <a:buClr>
                <a:schemeClr val="dk1"/>
              </a:buClr>
              <a:buSzPts val="11700"/>
              <a:buFont typeface="Times New Roman"/>
              <a:buChar char="•"/>
              <a:defRPr b="0" i="0" sz="117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-857250" lvl="3" marL="1828800" marR="0" rtl="0" algn="l">
              <a:spcBef>
                <a:spcPts val="1980"/>
              </a:spcBef>
              <a:spcAft>
                <a:spcPts val="0"/>
              </a:spcAft>
              <a:buClr>
                <a:schemeClr val="dk1"/>
              </a:buClr>
              <a:buSzPts val="9900"/>
              <a:buFont typeface="Times New Roman"/>
              <a:buChar char="–"/>
              <a:defRPr b="0" i="0" sz="99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-857250" lvl="4" marL="2286000" marR="0" rtl="0" algn="l">
              <a:spcBef>
                <a:spcPts val="1980"/>
              </a:spcBef>
              <a:spcAft>
                <a:spcPts val="0"/>
              </a:spcAft>
              <a:buClr>
                <a:schemeClr val="dk1"/>
              </a:buClr>
              <a:buSzPts val="9900"/>
              <a:buFont typeface="Times New Roman"/>
              <a:buChar char="»"/>
              <a:defRPr b="0" i="0" sz="99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-857250" lvl="5" marL="2743200" marR="0" rtl="0" algn="l">
              <a:spcBef>
                <a:spcPts val="1980"/>
              </a:spcBef>
              <a:spcAft>
                <a:spcPts val="0"/>
              </a:spcAft>
              <a:buClr>
                <a:schemeClr val="dk1"/>
              </a:buClr>
              <a:buSzPts val="9900"/>
              <a:buFont typeface="Times New Roman"/>
              <a:buChar char="»"/>
              <a:defRPr b="0" i="0" sz="99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-857250" lvl="6" marL="3200400" marR="0" rtl="0" algn="l">
              <a:spcBef>
                <a:spcPts val="1980"/>
              </a:spcBef>
              <a:spcAft>
                <a:spcPts val="0"/>
              </a:spcAft>
              <a:buClr>
                <a:schemeClr val="dk1"/>
              </a:buClr>
              <a:buSzPts val="9900"/>
              <a:buFont typeface="Times New Roman"/>
              <a:buChar char="»"/>
              <a:defRPr b="0" i="0" sz="99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-857250" lvl="7" marL="3657600" marR="0" rtl="0" algn="l">
              <a:spcBef>
                <a:spcPts val="1980"/>
              </a:spcBef>
              <a:spcAft>
                <a:spcPts val="0"/>
              </a:spcAft>
              <a:buClr>
                <a:schemeClr val="dk1"/>
              </a:buClr>
              <a:buSzPts val="9900"/>
              <a:buFont typeface="Times New Roman"/>
              <a:buChar char="»"/>
              <a:defRPr b="0" i="0" sz="99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-857250" lvl="8" marL="4114800" marR="0" rtl="0" algn="l">
              <a:spcBef>
                <a:spcPts val="1980"/>
              </a:spcBef>
              <a:spcAft>
                <a:spcPts val="0"/>
              </a:spcAft>
              <a:buClr>
                <a:schemeClr val="dk1"/>
              </a:buClr>
              <a:buSzPts val="9900"/>
              <a:buFont typeface="Times New Roman"/>
              <a:buChar char="»"/>
              <a:defRPr b="0" i="0" sz="99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3209925" y="27589162"/>
            <a:ext cx="8918575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14625637" y="27589162"/>
            <a:ext cx="13557250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30680025" y="27589162"/>
            <a:ext cx="8918575" cy="2017712"/>
          </a:xfrm>
          <a:prstGeom prst="rect">
            <a:avLst/>
          </a:prstGeom>
          <a:noFill/>
          <a:ln>
            <a:noFill/>
          </a:ln>
        </p:spPr>
        <p:txBody>
          <a:bodyPr anchorCtr="0" anchor="t" bIns="224575" lIns="449175" spcFirstLastPara="1" rIns="449175" wrap="square" tIns="2245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Times New Roman"/>
              <a:buNone/>
              <a:defRPr b="0" i="0" sz="7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 txBox="1"/>
          <p:nvPr/>
        </p:nvSpPr>
        <p:spPr>
          <a:xfrm>
            <a:off x="0" y="29298900"/>
            <a:ext cx="42808525" cy="993775"/>
          </a:xfrm>
          <a:prstGeom prst="rect">
            <a:avLst/>
          </a:prstGeom>
          <a:solidFill>
            <a:srgbClr val="006684"/>
          </a:solidFill>
          <a:ln>
            <a:noFill/>
          </a:ln>
        </p:spPr>
        <p:txBody>
          <a:bodyPr anchorCtr="1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3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1008062" y="29335412"/>
            <a:ext cx="30830837" cy="9239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Arial"/>
              <a:buNone/>
            </a:pPr>
            <a:r>
              <a:rPr b="1" i="0" lang="en-US" sz="54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Our Dedication.Your Journey.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31964312" y="29322712"/>
            <a:ext cx="9853612" cy="9239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Arial"/>
              <a:buNone/>
            </a:pPr>
            <a:r>
              <a:rPr b="1" i="0" lang="en-US" sz="54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www.cct.ie</a:t>
            </a:r>
            <a:endParaRPr/>
          </a:p>
        </p:txBody>
      </p:sp>
      <p:grpSp>
        <p:nvGrpSpPr>
          <p:cNvPr id="92" name="Google Shape;92;p13"/>
          <p:cNvGrpSpPr/>
          <p:nvPr/>
        </p:nvGrpSpPr>
        <p:grpSpPr>
          <a:xfrm>
            <a:off x="942975" y="14095412"/>
            <a:ext cx="12887325" cy="1108075"/>
            <a:chOff x="943194" y="16253059"/>
            <a:chExt cx="12887106" cy="1107996"/>
          </a:xfrm>
        </p:grpSpPr>
        <p:sp>
          <p:nvSpPr>
            <p:cNvPr id="93" name="Google Shape;93;p13"/>
            <p:cNvSpPr txBox="1"/>
            <p:nvPr/>
          </p:nvSpPr>
          <p:spPr>
            <a:xfrm>
              <a:off x="943194" y="16253059"/>
              <a:ext cx="12887106" cy="110799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6684"/>
                </a:buClr>
                <a:buSzPts val="6600"/>
                <a:buFont typeface="Arial"/>
                <a:buNone/>
              </a:pPr>
              <a:r>
                <a:rPr b="1" i="0" lang="en-US" sz="6600" u="none">
                  <a:solidFill>
                    <a:srgbClr val="006684"/>
                  </a:solidFill>
                  <a:latin typeface="Arial"/>
                  <a:ea typeface="Arial"/>
                  <a:cs typeface="Arial"/>
                  <a:sym typeface="Arial"/>
                </a:rPr>
                <a:t>Methods</a:t>
              </a:r>
              <a:endParaRPr/>
            </a:p>
          </p:txBody>
        </p:sp>
        <p:cxnSp>
          <p:nvCxnSpPr>
            <p:cNvPr id="94" name="Google Shape;94;p13"/>
            <p:cNvCxnSpPr/>
            <p:nvPr/>
          </p:nvCxnSpPr>
          <p:spPr>
            <a:xfrm flipH="1" rot="10800000">
              <a:off x="1084786" y="16379716"/>
              <a:ext cx="12745514" cy="1"/>
            </a:xfrm>
            <a:prstGeom prst="straightConnector1">
              <a:avLst/>
            </a:prstGeom>
            <a:noFill/>
            <a:ln cap="flat" cmpd="sng" w="12700">
              <a:solidFill>
                <a:srgbClr val="006684"/>
              </a:solidFill>
              <a:prstDash val="solid"/>
              <a:miter lim="8000"/>
              <a:headEnd len="med" w="med" type="none"/>
              <a:tailEnd len="med" w="med" type="none"/>
            </a:ln>
          </p:spPr>
        </p:cxnSp>
      </p:grpSp>
      <p:grpSp>
        <p:nvGrpSpPr>
          <p:cNvPr id="95" name="Google Shape;95;p13"/>
          <p:cNvGrpSpPr/>
          <p:nvPr/>
        </p:nvGrpSpPr>
        <p:grpSpPr>
          <a:xfrm>
            <a:off x="920750" y="4964112"/>
            <a:ext cx="12885737" cy="1108075"/>
            <a:chOff x="967545" y="5020846"/>
            <a:chExt cx="12885433" cy="1107996"/>
          </a:xfrm>
        </p:grpSpPr>
        <p:sp>
          <p:nvSpPr>
            <p:cNvPr id="96" name="Google Shape;96;p13"/>
            <p:cNvSpPr txBox="1"/>
            <p:nvPr/>
          </p:nvSpPr>
          <p:spPr>
            <a:xfrm>
              <a:off x="967545" y="5020846"/>
              <a:ext cx="12885433" cy="110799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6684"/>
                </a:buClr>
                <a:buSzPts val="6600"/>
                <a:buFont typeface="Arial"/>
                <a:buNone/>
              </a:pPr>
              <a:r>
                <a:rPr b="1" i="0" lang="en-US" sz="6600" u="none">
                  <a:solidFill>
                    <a:srgbClr val="006684"/>
                  </a:solidFill>
                  <a:latin typeface="Arial"/>
                  <a:ea typeface="Arial"/>
                  <a:cs typeface="Arial"/>
                  <a:sym typeface="Arial"/>
                </a:rPr>
                <a:t>Introduction</a:t>
              </a:r>
              <a:endParaRPr/>
            </a:p>
          </p:txBody>
        </p:sp>
        <p:cxnSp>
          <p:nvCxnSpPr>
            <p:cNvPr id="97" name="Google Shape;97;p13"/>
            <p:cNvCxnSpPr/>
            <p:nvPr/>
          </p:nvCxnSpPr>
          <p:spPr>
            <a:xfrm flipH="1" rot="10800000">
              <a:off x="1107464" y="5164436"/>
              <a:ext cx="12745514" cy="1"/>
            </a:xfrm>
            <a:prstGeom prst="straightConnector1">
              <a:avLst/>
            </a:prstGeom>
            <a:noFill/>
            <a:ln cap="flat" cmpd="sng" w="12700">
              <a:solidFill>
                <a:srgbClr val="006684"/>
              </a:solidFill>
              <a:prstDash val="solid"/>
              <a:miter lim="8000"/>
              <a:headEnd len="med" w="med" type="none"/>
              <a:tailEnd len="med" w="med" type="none"/>
            </a:ln>
          </p:spPr>
        </p:cxnSp>
      </p:grpSp>
      <p:sp>
        <p:nvSpPr>
          <p:cNvPr id="98" name="Google Shape;98;p13"/>
          <p:cNvSpPr txBox="1"/>
          <p:nvPr/>
        </p:nvSpPr>
        <p:spPr>
          <a:xfrm>
            <a:off x="952500" y="6154737"/>
            <a:ext cx="12936537" cy="719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3888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Helvetica Neue"/>
              <a:buNone/>
            </a:pPr>
            <a:r>
              <a:rPr b="0" i="0" lang="en-US" sz="3600" u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Text size 36pt Arial and exactly 50pt space between lines</a:t>
            </a:r>
            <a:endParaRPr/>
          </a:p>
        </p:txBody>
      </p:sp>
      <p:sp>
        <p:nvSpPr>
          <p:cNvPr id="99" name="Google Shape;99;p13"/>
          <p:cNvSpPr txBox="1"/>
          <p:nvPr/>
        </p:nvSpPr>
        <p:spPr>
          <a:xfrm>
            <a:off x="952500" y="15389225"/>
            <a:ext cx="13100050" cy="719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3888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Helvetica Neue"/>
              <a:buNone/>
            </a:pPr>
            <a:r>
              <a:rPr b="0" i="0" lang="en-US" sz="3600" u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Text size 36pt Arial and exactly 50pt space between lines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28943300" y="14419262"/>
            <a:ext cx="12787312" cy="461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3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3"/>
          <p:cNvSpPr txBox="1"/>
          <p:nvPr/>
        </p:nvSpPr>
        <p:spPr>
          <a:xfrm>
            <a:off x="15017750" y="21634450"/>
            <a:ext cx="12787312" cy="5175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b="1" i="0" lang="en-US" sz="24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Fig. 1 </a:t>
            </a:r>
            <a:r>
              <a:rPr b="0" i="0" lang="en-US" sz="24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Caption size 24pt Arial and exactly 34pt space between lines</a:t>
            </a:r>
            <a:endParaRPr/>
          </a:p>
        </p:txBody>
      </p:sp>
      <p:sp>
        <p:nvSpPr>
          <p:cNvPr id="102" name="Google Shape;102;p13"/>
          <p:cNvSpPr txBox="1"/>
          <p:nvPr/>
        </p:nvSpPr>
        <p:spPr>
          <a:xfrm>
            <a:off x="15109825" y="13462000"/>
            <a:ext cx="517525" cy="646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3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3"/>
          <p:cNvSpPr txBox="1"/>
          <p:nvPr/>
        </p:nvSpPr>
        <p:spPr>
          <a:xfrm>
            <a:off x="15098712" y="13482637"/>
            <a:ext cx="12660312" cy="8045450"/>
          </a:xfrm>
          <a:prstGeom prst="rect">
            <a:avLst/>
          </a:prstGeom>
          <a:noFill/>
          <a:ln cap="sq" cmpd="sng" w="12700">
            <a:solidFill>
              <a:srgbClr val="00668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3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3"/>
          <p:cNvSpPr txBox="1"/>
          <p:nvPr/>
        </p:nvSpPr>
        <p:spPr>
          <a:xfrm>
            <a:off x="15109825" y="17833975"/>
            <a:ext cx="517525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3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3"/>
          <p:cNvSpPr txBox="1"/>
          <p:nvPr/>
        </p:nvSpPr>
        <p:spPr>
          <a:xfrm>
            <a:off x="28943300" y="6221412"/>
            <a:ext cx="12787312" cy="38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3888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Helvetica Neue"/>
              <a:buNone/>
            </a:pPr>
            <a:r>
              <a:rPr b="0" i="0" lang="en-US" sz="3600" u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Text size 36pt Arial and exactly 50pt space between lines</a:t>
            </a:r>
            <a:endParaRPr/>
          </a:p>
          <a:p>
            <a:pPr indent="-228600" lvl="0" marL="0" marR="0" rtl="0" algn="l">
              <a:lnSpc>
                <a:spcPct val="138888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b="0" i="0" lang="en-US" sz="3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Bullet text same as text size with 12pt space before</a:t>
            </a:r>
            <a:endParaRPr/>
          </a:p>
          <a:p>
            <a:pPr indent="-228600" lvl="0" marL="0" marR="0" rtl="0" algn="l">
              <a:lnSpc>
                <a:spcPct val="138888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b="0" i="0" lang="en-US" sz="3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Bullet text same as text size with 12pt space before</a:t>
            </a:r>
            <a:endParaRPr/>
          </a:p>
          <a:p>
            <a:pPr indent="-228600" lvl="0" marL="0" marR="0" rtl="0" algn="l">
              <a:lnSpc>
                <a:spcPct val="138888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b="0" i="0" lang="en-US" sz="3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Bullet text same as text size with 12pt space before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6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6" name="Google Shape;106;p13"/>
          <p:cNvGrpSpPr/>
          <p:nvPr/>
        </p:nvGrpSpPr>
        <p:grpSpPr>
          <a:xfrm>
            <a:off x="15016162" y="4975225"/>
            <a:ext cx="12885737" cy="1108075"/>
            <a:chOff x="14894284" y="5068979"/>
            <a:chExt cx="12887106" cy="1107996"/>
          </a:xfrm>
        </p:grpSpPr>
        <p:sp>
          <p:nvSpPr>
            <p:cNvPr id="107" name="Google Shape;107;p13"/>
            <p:cNvSpPr txBox="1"/>
            <p:nvPr/>
          </p:nvSpPr>
          <p:spPr>
            <a:xfrm>
              <a:off x="14894284" y="5068979"/>
              <a:ext cx="12887106" cy="110799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6684"/>
                </a:buClr>
                <a:buSzPts val="6600"/>
                <a:buFont typeface="Arial"/>
                <a:buNone/>
              </a:pPr>
              <a:r>
                <a:rPr b="1" i="0" lang="en-US" sz="6600" u="none">
                  <a:solidFill>
                    <a:srgbClr val="006684"/>
                  </a:solidFill>
                  <a:latin typeface="Arial"/>
                  <a:ea typeface="Arial"/>
                  <a:cs typeface="Arial"/>
                  <a:sym typeface="Arial"/>
                </a:rPr>
                <a:t>Results</a:t>
              </a:r>
              <a:endParaRPr/>
            </a:p>
          </p:txBody>
        </p:sp>
        <p:cxnSp>
          <p:nvCxnSpPr>
            <p:cNvPr id="108" name="Google Shape;108;p13"/>
            <p:cNvCxnSpPr/>
            <p:nvPr/>
          </p:nvCxnSpPr>
          <p:spPr>
            <a:xfrm flipH="1" rot="10800000">
              <a:off x="15019206" y="5195636"/>
              <a:ext cx="12745514" cy="1"/>
            </a:xfrm>
            <a:prstGeom prst="straightConnector1">
              <a:avLst/>
            </a:prstGeom>
            <a:noFill/>
            <a:ln cap="flat" cmpd="sng" w="12700">
              <a:solidFill>
                <a:srgbClr val="006684"/>
              </a:solidFill>
              <a:prstDash val="solid"/>
              <a:miter lim="8000"/>
              <a:headEnd len="med" w="med" type="none"/>
              <a:tailEnd len="med" w="med" type="none"/>
            </a:ln>
          </p:spPr>
        </p:cxnSp>
      </p:grpSp>
      <p:sp>
        <p:nvSpPr>
          <p:cNvPr id="109" name="Google Shape;109;p13"/>
          <p:cNvSpPr txBox="1"/>
          <p:nvPr/>
        </p:nvSpPr>
        <p:spPr>
          <a:xfrm>
            <a:off x="28917900" y="25650900"/>
            <a:ext cx="12306300" cy="36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6111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b="1" i="0" lang="en-US" sz="3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References</a:t>
            </a:r>
            <a:endParaRPr b="0" i="0" sz="36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6666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>
                <a:solidFill>
                  <a:schemeClr val="dk1"/>
                </a:solidFill>
              </a:rPr>
              <a:t>Caballar, R.D. and Stryker, C. (2025). What is computer vision? | IBM. [online] Ibm.com. Available at: https://www.ibm.com/think/topics/computer-vision.</a:t>
            </a:r>
            <a:endParaRPr sz="15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46666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>
                <a:solidFill>
                  <a:schemeClr val="dk1"/>
                </a:solidFill>
              </a:rPr>
              <a:t>Chen, H. and Magramo, K. (2024). Finance worker pays out $25 million after video call with deepfake ‘chief financial officer’. [online] CNN. Available at: https://edition.cnn.com/2024/02/04/asia/deepfake-cfo-scam-hong-kong-intl-hnk [Accessed 22 Oct. 2026].</a:t>
            </a:r>
            <a:endParaRPr sz="15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46666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>
                <a:solidFill>
                  <a:schemeClr val="dk1"/>
                </a:solidFill>
              </a:rPr>
              <a:t>Priyanga, M.G., Kumar Pandey, A., Aathif H, M., Shankar K B, V. and Kumar S, S. (2026). Deepfake shield: An intelligent deepfake detection system. International Scientific Journal of Engineering &amp; Management, 5(4), pp.pp. 1–8. doi:10.55041/ISJEM06433.</a:t>
            </a:r>
            <a:endParaRPr sz="15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46666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>
                <a:solidFill>
                  <a:schemeClr val="dk1"/>
                </a:solidFill>
              </a:rPr>
              <a:t>Verma, Y. (2025). Artificial intelligence-driven robotics: Foundations, architectures, applications, and future directions. International Scientific Journal of Engineering &amp; Management, 4(12), pp.1–6. doi:10.55041/ISJEM05307.</a:t>
            </a:r>
            <a:endParaRPr sz="1500">
              <a:solidFill>
                <a:schemeClr val="dk1"/>
              </a:solidFill>
            </a:endParaRPr>
          </a:p>
        </p:txBody>
      </p:sp>
      <p:grpSp>
        <p:nvGrpSpPr>
          <p:cNvPr id="110" name="Google Shape;110;p13"/>
          <p:cNvGrpSpPr/>
          <p:nvPr/>
        </p:nvGrpSpPr>
        <p:grpSpPr>
          <a:xfrm>
            <a:off x="28917900" y="4972050"/>
            <a:ext cx="12885737" cy="1108075"/>
            <a:chOff x="14894284" y="5068979"/>
            <a:chExt cx="12887106" cy="1107996"/>
          </a:xfrm>
        </p:grpSpPr>
        <p:sp>
          <p:nvSpPr>
            <p:cNvPr id="111" name="Google Shape;111;p13"/>
            <p:cNvSpPr txBox="1"/>
            <p:nvPr/>
          </p:nvSpPr>
          <p:spPr>
            <a:xfrm>
              <a:off x="14894284" y="5068979"/>
              <a:ext cx="12887106" cy="110799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6684"/>
                </a:buClr>
                <a:buSzPts val="6600"/>
                <a:buFont typeface="Arial"/>
                <a:buNone/>
              </a:pPr>
              <a:r>
                <a:rPr b="1" i="0" lang="en-US" sz="6600" u="none">
                  <a:solidFill>
                    <a:srgbClr val="006684"/>
                  </a:solidFill>
                  <a:latin typeface="Arial"/>
                  <a:ea typeface="Arial"/>
                  <a:cs typeface="Arial"/>
                  <a:sym typeface="Arial"/>
                </a:rPr>
                <a:t>Conclusions</a:t>
              </a:r>
              <a:endParaRPr/>
            </a:p>
          </p:txBody>
        </p:sp>
        <p:cxnSp>
          <p:nvCxnSpPr>
            <p:cNvPr id="112" name="Google Shape;112;p13"/>
            <p:cNvCxnSpPr/>
            <p:nvPr/>
          </p:nvCxnSpPr>
          <p:spPr>
            <a:xfrm flipH="1" rot="10800000">
              <a:off x="15019206" y="5195636"/>
              <a:ext cx="12745514" cy="1"/>
            </a:xfrm>
            <a:prstGeom prst="straightConnector1">
              <a:avLst/>
            </a:prstGeom>
            <a:noFill/>
            <a:ln cap="flat" cmpd="sng" w="12700">
              <a:solidFill>
                <a:srgbClr val="006684"/>
              </a:solidFill>
              <a:prstDash val="solid"/>
              <a:miter lim="8000"/>
              <a:headEnd len="med" w="med" type="none"/>
              <a:tailEnd len="med" w="med" type="none"/>
            </a:ln>
          </p:spPr>
        </p:cxnSp>
      </p:grpSp>
      <p:sp>
        <p:nvSpPr>
          <p:cNvPr id="113" name="Google Shape;113;p13"/>
          <p:cNvSpPr txBox="1"/>
          <p:nvPr/>
        </p:nvSpPr>
        <p:spPr>
          <a:xfrm>
            <a:off x="14998700" y="6154737"/>
            <a:ext cx="12936537" cy="719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3888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Helvetica Neue"/>
              <a:buNone/>
            </a:pPr>
            <a:r>
              <a:rPr b="0" i="0" lang="en-US" sz="3600" u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Text size 36pt Arial and exactly 50pt space between lines</a:t>
            </a:r>
            <a:endParaRPr/>
          </a:p>
        </p:txBody>
      </p:sp>
      <p:sp>
        <p:nvSpPr>
          <p:cNvPr id="114" name="Google Shape;114;p13"/>
          <p:cNvSpPr txBox="1"/>
          <p:nvPr/>
        </p:nvSpPr>
        <p:spPr>
          <a:xfrm>
            <a:off x="0" y="-58737"/>
            <a:ext cx="42808525" cy="3211512"/>
          </a:xfrm>
          <a:prstGeom prst="rect">
            <a:avLst/>
          </a:prstGeom>
          <a:solidFill>
            <a:srgbClr val="00668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3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13"/>
          <p:cNvSpPr txBox="1"/>
          <p:nvPr/>
        </p:nvSpPr>
        <p:spPr>
          <a:xfrm>
            <a:off x="955675" y="150812"/>
            <a:ext cx="317961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15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Arial"/>
              <a:buNone/>
            </a:pPr>
            <a:r>
              <a:rPr b="1" lang="en-US" sz="6600">
                <a:solidFill>
                  <a:schemeClr val="lt1"/>
                </a:solidFill>
              </a:rPr>
              <a:t>Ethical, legal and social impacts of computer vision</a:t>
            </a:r>
            <a:endParaRPr/>
          </a:p>
        </p:txBody>
      </p:sp>
      <p:sp>
        <p:nvSpPr>
          <p:cNvPr id="116" name="Google Shape;116;p13"/>
          <p:cNvSpPr txBox="1"/>
          <p:nvPr/>
        </p:nvSpPr>
        <p:spPr>
          <a:xfrm>
            <a:off x="992187" y="2374900"/>
            <a:ext cx="352695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lang="en-US" sz="4000">
                <a:solidFill>
                  <a:schemeClr val="lt1"/>
                </a:solidFill>
              </a:rPr>
              <a:t>Breno Valle de Aguiar</a:t>
            </a:r>
            <a:endParaRPr/>
          </a:p>
        </p:txBody>
      </p:sp>
      <p:sp>
        <p:nvSpPr>
          <p:cNvPr id="117" name="Google Shape;117;p13"/>
          <p:cNvSpPr txBox="1"/>
          <p:nvPr/>
        </p:nvSpPr>
        <p:spPr>
          <a:xfrm>
            <a:off x="974725" y="3211512"/>
            <a:ext cx="9594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b="0" i="0" lang="en-US" sz="24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BSc (</a:t>
            </a:r>
            <a:r>
              <a:rPr lang="en-US" sz="2400">
                <a:solidFill>
                  <a:schemeClr val="dk1"/>
                </a:solidFill>
              </a:rPr>
              <a:t>Hons) in Computing in IT</a:t>
            </a:r>
            <a:endParaRPr/>
          </a:p>
        </p:txBody>
      </p:sp>
      <p:pic>
        <p:nvPicPr>
          <p:cNvPr descr="A blue and black text&#10;&#10;Description automatically generated" id="118" name="Google Shape;118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945637" y="625475"/>
            <a:ext cx="6784975" cy="17891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efault Design">
  <a:themeElements>
    <a:clrScheme name="Custom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D11242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