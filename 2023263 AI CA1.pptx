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30279975" cx="42808525"/>
  <p:notesSz cx="6769100" cy="9906000"/>
  <p:embeddedFontLst>
    <p:embeddedFont>
      <p:font typeface="Helvetica Neue"/>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75">
          <p15:clr>
            <a:srgbClr val="000000"/>
          </p15:clr>
        </p15:guide>
        <p15:guide id="2" orient="horz" pos="17995">
          <p15:clr>
            <a:srgbClr val="000000"/>
          </p15:clr>
        </p15:guide>
        <p15:guide id="3" orient="horz" pos="4029">
          <p15:clr>
            <a:srgbClr val="000000"/>
          </p15:clr>
        </p15:guide>
        <p15:guide id="4" orient="horz" pos="576">
          <p15:clr>
            <a:srgbClr val="000000"/>
          </p15:clr>
        </p15:guide>
        <p15:guide id="5" orient="horz" pos="3211">
          <p15:clr>
            <a:srgbClr val="000000"/>
          </p15:clr>
        </p15:guide>
        <p15:guide id="6" pos="17486">
          <p15:clr>
            <a:srgbClr val="000000"/>
          </p15:clr>
        </p15:guide>
        <p15:guide id="7" pos="8712">
          <p15:clr>
            <a:srgbClr val="000000"/>
          </p15:clr>
        </p15:guide>
        <p15:guide id="8" pos="26278">
          <p15:clr>
            <a:srgbClr val="000000"/>
          </p15:clr>
        </p15:guide>
        <p15:guide id="9" pos="654">
          <p15:clr>
            <a:srgbClr val="000000"/>
          </p15:clr>
        </p15:guide>
        <p15:guide id="10" pos="18284">
          <p15:clr>
            <a:srgbClr val="000000"/>
          </p15:clr>
        </p15:guide>
        <p15:guide id="11" pos="13667">
          <p15:clr>
            <a:srgbClr val="000000"/>
          </p15:clr>
        </p15:guide>
        <p15:guide id="12" pos="9511">
          <p15:clr>
            <a:srgbClr val="000000"/>
          </p15:clr>
        </p15:guide>
        <p15:guide id="13" pos="13284">
          <p15:clr>
            <a:srgbClr val="000000"/>
          </p15:clr>
        </p15:guide>
      </p15:sldGuideLst>
    </p:ext>
    <p:ext uri="{2D200454-40CA-4A62-9FC3-DE9A4176ACB9}">
      <p15:notesGuideLst>
        <p15:guide id="1" orient="horz" pos="3120">
          <p15:clr>
            <a:srgbClr val="000000"/>
          </p15:clr>
        </p15:guide>
        <p15:guide id="2" pos="2132">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75" orient="horz"/>
        <p:guide pos="17995" orient="horz"/>
        <p:guide pos="4029" orient="horz"/>
        <p:guide pos="576" orient="horz"/>
        <p:guide pos="3211" orient="horz"/>
        <p:guide pos="17486"/>
        <p:guide pos="8712"/>
        <p:guide pos="26278"/>
        <p:guide pos="654"/>
        <p:guide pos="18284"/>
        <p:guide pos="13667"/>
        <p:guide pos="9511"/>
        <p:guide pos="13284"/>
      </p:guideLst>
    </p:cSldViewPr>
  </p:slideViewPr>
  <p:notesViewPr>
    <p:cSldViewPr snapToGrid="0">
      <p:cViewPr varScale="1">
        <p:scale>
          <a:sx n="100" d="100"/>
          <a:sy n="100" d="100"/>
        </p:scale>
        <p:origin x="0" y="0"/>
      </p:cViewPr>
      <p:guideLst>
        <p:guide pos="3120" orient="horz"/>
        <p:guide pos="2132"/>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HelveticaNeue-boldItalic.fntdata"/><Relationship Id="rId9"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HelveticaNeue-regular.fntdata"/><Relationship Id="rId8" Type="http://schemas.openxmlformats.org/officeDocument/2006/relationships/font" Target="fonts/HelveticaNeu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33700" cy="4953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33812" y="0"/>
            <a:ext cx="2933700" cy="4953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758825" y="742950"/>
            <a:ext cx="5251450" cy="3714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
        <p:nvSpPr>
          <p:cNvPr id="6" name="Google Shape;6;n"/>
          <p:cNvSpPr txBox="1"/>
          <p:nvPr>
            <p:ph idx="1" type="body"/>
          </p:nvPr>
        </p:nvSpPr>
        <p:spPr>
          <a:xfrm>
            <a:off x="676275" y="4705350"/>
            <a:ext cx="5416550" cy="44577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409112"/>
            <a:ext cx="2933700" cy="4953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3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33812" y="9409112"/>
            <a:ext cx="2933700" cy="495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758825" y="742950"/>
            <a:ext cx="5251450" cy="3714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86" name="Google Shape;86;p1:notes"/>
          <p:cNvSpPr txBox="1"/>
          <p:nvPr>
            <p:ph idx="1" type="body"/>
          </p:nvPr>
        </p:nvSpPr>
        <p:spPr>
          <a:xfrm>
            <a:off x="676275" y="4705350"/>
            <a:ext cx="5416550" cy="4457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nvSpPr>
        <p:spPr>
          <a:xfrm>
            <a:off x="3833812" y="9409112"/>
            <a:ext cx="2933700" cy="4953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 name="Shape 19"/>
        <p:cNvGrpSpPr/>
        <p:nvPr/>
      </p:nvGrpSpPr>
      <p:grpSpPr>
        <a:xfrm>
          <a:off x="0" y="0"/>
          <a:ext cx="0" cy="0"/>
          <a:chOff x="0" y="0"/>
          <a:chExt cx="0" cy="0"/>
        </a:xfrm>
      </p:grpSpPr>
      <p:sp>
        <p:nvSpPr>
          <p:cNvPr id="20" name="Google Shape;20;p3"/>
          <p:cNvSpPr txBox="1"/>
          <p:nvPr>
            <p:ph type="title"/>
          </p:nvPr>
        </p:nvSpPr>
        <p:spPr>
          <a:xfrm rot="5400000">
            <a:off x="40985125" y="4041183"/>
            <a:ext cx="17134473" cy="12859766"/>
          </a:xfrm>
          <a:prstGeom prst="rect">
            <a:avLst/>
          </a:prstGeom>
          <a:noFill/>
          <a:ln>
            <a:noFill/>
          </a:ln>
        </p:spPr>
        <p:txBody>
          <a:bodyPr anchorCtr="0" anchor="ctr" bIns="224575" lIns="449175" spcFirstLastPara="1" rIns="449175" wrap="square" tIns="2245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3"/>
          <p:cNvSpPr txBox="1"/>
          <p:nvPr>
            <p:ph idx="1" type="body"/>
          </p:nvPr>
        </p:nvSpPr>
        <p:spPr>
          <a:xfrm rot="5400000">
            <a:off x="15153667" y="-8711229"/>
            <a:ext cx="17134473" cy="38364591"/>
          </a:xfrm>
          <a:prstGeom prst="rect">
            <a:avLst/>
          </a:prstGeom>
          <a:noFill/>
          <a:ln>
            <a:noFill/>
          </a:ln>
        </p:spPr>
        <p:txBody>
          <a:bodyPr anchorCtr="0" anchor="t" bIns="224575" lIns="449175" spcFirstLastPara="1" rIns="449175" wrap="square" tIns="2245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 name="Shape 25"/>
        <p:cNvGrpSpPr/>
        <p:nvPr/>
      </p:nvGrpSpPr>
      <p:grpSpPr>
        <a:xfrm>
          <a:off x="0" y="0"/>
          <a:ext cx="0" cy="0"/>
          <a:chOff x="0" y="0"/>
          <a:chExt cx="0" cy="0"/>
        </a:xfrm>
      </p:grpSpPr>
      <p:sp>
        <p:nvSpPr>
          <p:cNvPr id="26" name="Google Shape;26;p4"/>
          <p:cNvSpPr txBox="1"/>
          <p:nvPr>
            <p:ph type="title"/>
          </p:nvPr>
        </p:nvSpPr>
        <p:spPr>
          <a:xfrm>
            <a:off x="3209925" y="2690812"/>
            <a:ext cx="36388675" cy="5046662"/>
          </a:xfrm>
          <a:prstGeom prst="rect">
            <a:avLst/>
          </a:prstGeom>
          <a:noFill/>
          <a:ln>
            <a:noFill/>
          </a:ln>
        </p:spPr>
        <p:txBody>
          <a:bodyPr anchorCtr="0" anchor="ctr" bIns="224575" lIns="449175" spcFirstLastPara="1" rIns="449175" wrap="square" tIns="2245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4"/>
          <p:cNvSpPr txBox="1"/>
          <p:nvPr>
            <p:ph idx="1" type="body"/>
          </p:nvPr>
        </p:nvSpPr>
        <p:spPr>
          <a:xfrm rot="5400000">
            <a:off x="12319794" y="-362744"/>
            <a:ext cx="18168937" cy="36388675"/>
          </a:xfrm>
          <a:prstGeom prst="rect">
            <a:avLst/>
          </a:prstGeom>
          <a:noFill/>
          <a:ln>
            <a:noFill/>
          </a:ln>
        </p:spPr>
        <p:txBody>
          <a:bodyPr anchorCtr="0" anchor="t" bIns="224575" lIns="449175" spcFirstLastPara="1" rIns="449175" wrap="square" tIns="2245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 name="Shape 31"/>
        <p:cNvGrpSpPr/>
        <p:nvPr/>
      </p:nvGrpSpPr>
      <p:grpSpPr>
        <a:xfrm>
          <a:off x="0" y="0"/>
          <a:ext cx="0" cy="0"/>
          <a:chOff x="0" y="0"/>
          <a:chExt cx="0" cy="0"/>
        </a:xfrm>
      </p:grpSpPr>
      <p:sp>
        <p:nvSpPr>
          <p:cNvPr id="32" name="Google Shape;32;p5"/>
          <p:cNvSpPr txBox="1"/>
          <p:nvPr>
            <p:ph type="title"/>
          </p:nvPr>
        </p:nvSpPr>
        <p:spPr>
          <a:xfrm>
            <a:off x="11861595" y="14992664"/>
            <a:ext cx="36313423" cy="1769967"/>
          </a:xfrm>
          <a:prstGeom prst="rect">
            <a:avLst/>
          </a:prstGeom>
          <a:noFill/>
          <a:ln>
            <a:noFill/>
          </a:ln>
        </p:spPr>
        <p:txBody>
          <a:bodyPr anchorCtr="0" anchor="b" bIns="224575" lIns="449175" spcFirstLastPara="1" rIns="449175" wrap="square" tIns="22457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5"/>
          <p:cNvSpPr/>
          <p:nvPr>
            <p:ph idx="2" type="pic"/>
          </p:nvPr>
        </p:nvSpPr>
        <p:spPr>
          <a:xfrm>
            <a:off x="11861595" y="1914056"/>
            <a:ext cx="36313423" cy="12850855"/>
          </a:xfrm>
          <a:prstGeom prst="rect">
            <a:avLst/>
          </a:prstGeom>
          <a:noFill/>
          <a:ln>
            <a:noFill/>
          </a:ln>
        </p:spPr>
      </p:sp>
      <p:sp>
        <p:nvSpPr>
          <p:cNvPr id="34" name="Google Shape;34;p5"/>
          <p:cNvSpPr txBox="1"/>
          <p:nvPr>
            <p:ph idx="1" type="body"/>
          </p:nvPr>
        </p:nvSpPr>
        <p:spPr>
          <a:xfrm>
            <a:off x="11861595" y="16762631"/>
            <a:ext cx="36313423" cy="2513651"/>
          </a:xfrm>
          <a:prstGeom prst="rect">
            <a:avLst/>
          </a:prstGeom>
          <a:noFill/>
          <a:ln>
            <a:noFill/>
          </a:ln>
        </p:spPr>
        <p:txBody>
          <a:bodyPr anchorCtr="0" anchor="t" bIns="224575" lIns="449175" spcFirstLastPara="1" rIns="449175" wrap="square" tIns="224575">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35" name="Google Shape;35;p5"/>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8" name="Shape 38"/>
        <p:cNvGrpSpPr/>
        <p:nvPr/>
      </p:nvGrpSpPr>
      <p:grpSpPr>
        <a:xfrm>
          <a:off x="0" y="0"/>
          <a:ext cx="0" cy="0"/>
          <a:chOff x="0" y="0"/>
          <a:chExt cx="0" cy="0"/>
        </a:xfrm>
      </p:grpSpPr>
      <p:sp>
        <p:nvSpPr>
          <p:cNvPr id="39" name="Google Shape;39;p6"/>
          <p:cNvSpPr txBox="1"/>
          <p:nvPr>
            <p:ph type="title"/>
          </p:nvPr>
        </p:nvSpPr>
        <p:spPr>
          <a:xfrm>
            <a:off x="3026501" y="852448"/>
            <a:ext cx="19910939" cy="3629177"/>
          </a:xfrm>
          <a:prstGeom prst="rect">
            <a:avLst/>
          </a:prstGeom>
          <a:noFill/>
          <a:ln>
            <a:noFill/>
          </a:ln>
        </p:spPr>
        <p:txBody>
          <a:bodyPr anchorCtr="0" anchor="b" bIns="224575" lIns="449175" spcFirstLastPara="1" rIns="449175" wrap="square" tIns="22457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6"/>
          <p:cNvSpPr txBox="1"/>
          <p:nvPr>
            <p:ph idx="1" type="body"/>
          </p:nvPr>
        </p:nvSpPr>
        <p:spPr>
          <a:xfrm>
            <a:off x="23661515" y="852448"/>
            <a:ext cx="33832837" cy="18279746"/>
          </a:xfrm>
          <a:prstGeom prst="rect">
            <a:avLst/>
          </a:prstGeom>
          <a:noFill/>
          <a:ln>
            <a:noFill/>
          </a:ln>
        </p:spPr>
        <p:txBody>
          <a:bodyPr anchorCtr="0" anchor="t" bIns="224575" lIns="449175" spcFirstLastPara="1" rIns="449175" wrap="square" tIns="224575">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41" name="Google Shape;41;p6"/>
          <p:cNvSpPr txBox="1"/>
          <p:nvPr>
            <p:ph idx="2" type="body"/>
          </p:nvPr>
        </p:nvSpPr>
        <p:spPr>
          <a:xfrm>
            <a:off x="3026501" y="4481624"/>
            <a:ext cx="19910939" cy="14650569"/>
          </a:xfrm>
          <a:prstGeom prst="rect">
            <a:avLst/>
          </a:prstGeom>
          <a:noFill/>
          <a:ln>
            <a:noFill/>
          </a:ln>
        </p:spPr>
        <p:txBody>
          <a:bodyPr anchorCtr="0" anchor="t" bIns="224575" lIns="449175" spcFirstLastPara="1" rIns="449175" wrap="square" tIns="224575">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42" name="Google Shape;42;p6"/>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3209925" y="2690812"/>
            <a:ext cx="36388675" cy="5046662"/>
          </a:xfrm>
          <a:prstGeom prst="rect">
            <a:avLst/>
          </a:prstGeom>
          <a:noFill/>
          <a:ln>
            <a:noFill/>
          </a:ln>
        </p:spPr>
        <p:txBody>
          <a:bodyPr anchorCtr="0" anchor="ctr" bIns="224575" lIns="449175" spcFirstLastPara="1" rIns="449175" wrap="square" tIns="2245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 name="Google Shape;47;p7"/>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8"/>
          <p:cNvSpPr txBox="1"/>
          <p:nvPr>
            <p:ph type="title"/>
          </p:nvPr>
        </p:nvSpPr>
        <p:spPr>
          <a:xfrm>
            <a:off x="3026501" y="858026"/>
            <a:ext cx="54467851" cy="3569682"/>
          </a:xfrm>
          <a:prstGeom prst="rect">
            <a:avLst/>
          </a:prstGeom>
          <a:noFill/>
          <a:ln>
            <a:noFill/>
          </a:ln>
        </p:spPr>
        <p:txBody>
          <a:bodyPr anchorCtr="0" anchor="ctr" bIns="224575" lIns="449175" spcFirstLastPara="1" rIns="449175" wrap="square" tIns="2245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8"/>
          <p:cNvSpPr txBox="1"/>
          <p:nvPr>
            <p:ph idx="1" type="body"/>
          </p:nvPr>
        </p:nvSpPr>
        <p:spPr>
          <a:xfrm>
            <a:off x="3026500" y="4793972"/>
            <a:ext cx="26740548" cy="1998650"/>
          </a:xfrm>
          <a:prstGeom prst="rect">
            <a:avLst/>
          </a:prstGeom>
          <a:noFill/>
          <a:ln>
            <a:noFill/>
          </a:ln>
        </p:spPr>
        <p:txBody>
          <a:bodyPr anchorCtr="0" anchor="b" bIns="224575" lIns="449175" spcFirstLastPara="1" rIns="449175" wrap="square" tIns="224575">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53" name="Google Shape;53;p8"/>
          <p:cNvSpPr txBox="1"/>
          <p:nvPr>
            <p:ph idx="2" type="body"/>
          </p:nvPr>
        </p:nvSpPr>
        <p:spPr>
          <a:xfrm>
            <a:off x="3026500" y="6792622"/>
            <a:ext cx="26740548" cy="12339572"/>
          </a:xfrm>
          <a:prstGeom prst="rect">
            <a:avLst/>
          </a:prstGeom>
          <a:noFill/>
          <a:ln>
            <a:noFill/>
          </a:ln>
        </p:spPr>
        <p:txBody>
          <a:bodyPr anchorCtr="0" anchor="t" bIns="224575" lIns="449175" spcFirstLastPara="1" rIns="449175" wrap="square" tIns="224575">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54" name="Google Shape;54;p8"/>
          <p:cNvSpPr txBox="1"/>
          <p:nvPr>
            <p:ph idx="3" type="body"/>
          </p:nvPr>
        </p:nvSpPr>
        <p:spPr>
          <a:xfrm>
            <a:off x="30744665" y="4793972"/>
            <a:ext cx="26749687" cy="1998650"/>
          </a:xfrm>
          <a:prstGeom prst="rect">
            <a:avLst/>
          </a:prstGeom>
          <a:noFill/>
          <a:ln>
            <a:noFill/>
          </a:ln>
        </p:spPr>
        <p:txBody>
          <a:bodyPr anchorCtr="0" anchor="b" bIns="224575" lIns="449175" spcFirstLastPara="1" rIns="449175" wrap="square" tIns="224575">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55" name="Google Shape;55;p8"/>
          <p:cNvSpPr txBox="1"/>
          <p:nvPr>
            <p:ph idx="4" type="body"/>
          </p:nvPr>
        </p:nvSpPr>
        <p:spPr>
          <a:xfrm>
            <a:off x="30744665" y="6792622"/>
            <a:ext cx="26749687" cy="12339572"/>
          </a:xfrm>
          <a:prstGeom prst="rect">
            <a:avLst/>
          </a:prstGeom>
          <a:noFill/>
          <a:ln>
            <a:noFill/>
          </a:ln>
        </p:spPr>
        <p:txBody>
          <a:bodyPr anchorCtr="0" anchor="t" bIns="224575" lIns="449175" spcFirstLastPara="1" rIns="449175" wrap="square" tIns="224575">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56" name="Google Shape;56;p8"/>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9"/>
          <p:cNvSpPr txBox="1"/>
          <p:nvPr>
            <p:ph type="title"/>
          </p:nvPr>
        </p:nvSpPr>
        <p:spPr>
          <a:xfrm>
            <a:off x="3209925" y="2690812"/>
            <a:ext cx="36388675" cy="5046662"/>
          </a:xfrm>
          <a:prstGeom prst="rect">
            <a:avLst/>
          </a:prstGeom>
          <a:noFill/>
          <a:ln>
            <a:noFill/>
          </a:ln>
        </p:spPr>
        <p:txBody>
          <a:bodyPr anchorCtr="0" anchor="ctr" bIns="224575" lIns="449175" spcFirstLastPara="1" rIns="449175" wrap="square" tIns="2245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9"/>
          <p:cNvSpPr txBox="1"/>
          <p:nvPr>
            <p:ph idx="1" type="body"/>
          </p:nvPr>
        </p:nvSpPr>
        <p:spPr>
          <a:xfrm>
            <a:off x="4538608" y="6187448"/>
            <a:ext cx="25612178" cy="12850855"/>
          </a:xfrm>
          <a:prstGeom prst="rect">
            <a:avLst/>
          </a:prstGeom>
          <a:noFill/>
          <a:ln>
            <a:noFill/>
          </a:ln>
        </p:spPr>
        <p:txBody>
          <a:bodyPr anchorCtr="0" anchor="t" bIns="224575" lIns="449175" spcFirstLastPara="1" rIns="449175" wrap="square" tIns="224575">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2" name="Google Shape;62;p9"/>
          <p:cNvSpPr txBox="1"/>
          <p:nvPr>
            <p:ph idx="2" type="body"/>
          </p:nvPr>
        </p:nvSpPr>
        <p:spPr>
          <a:xfrm>
            <a:off x="30370065" y="6187448"/>
            <a:ext cx="25612179" cy="12850855"/>
          </a:xfrm>
          <a:prstGeom prst="rect">
            <a:avLst/>
          </a:prstGeom>
          <a:noFill/>
          <a:ln>
            <a:noFill/>
          </a:ln>
        </p:spPr>
        <p:txBody>
          <a:bodyPr anchorCtr="0" anchor="t" bIns="224575" lIns="449175" spcFirstLastPara="1" rIns="449175" wrap="square" tIns="224575">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3" name="Google Shape;63;p9"/>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0"/>
          <p:cNvSpPr txBox="1"/>
          <p:nvPr>
            <p:ph type="title"/>
          </p:nvPr>
        </p:nvSpPr>
        <p:spPr>
          <a:xfrm>
            <a:off x="4780728" y="13762797"/>
            <a:ext cx="51443637" cy="4253871"/>
          </a:xfrm>
          <a:prstGeom prst="rect">
            <a:avLst/>
          </a:prstGeom>
          <a:noFill/>
          <a:ln>
            <a:noFill/>
          </a:ln>
        </p:spPr>
        <p:txBody>
          <a:bodyPr anchorCtr="0" anchor="t" bIns="224575" lIns="449175" spcFirstLastPara="1" rIns="449175" wrap="square" tIns="22457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0"/>
          <p:cNvSpPr txBox="1"/>
          <p:nvPr>
            <p:ph idx="1" type="body"/>
          </p:nvPr>
        </p:nvSpPr>
        <p:spPr>
          <a:xfrm>
            <a:off x="4780728" y="9077590"/>
            <a:ext cx="51443637" cy="4685208"/>
          </a:xfrm>
          <a:prstGeom prst="rect">
            <a:avLst/>
          </a:prstGeom>
          <a:noFill/>
          <a:ln>
            <a:noFill/>
          </a:ln>
        </p:spPr>
        <p:txBody>
          <a:bodyPr anchorCtr="0" anchor="b" bIns="224575" lIns="449175" spcFirstLastPara="1" rIns="449175" wrap="square" tIns="224575">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69" name="Google Shape;69;p10"/>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sp>
        <p:nvSpPr>
          <p:cNvPr id="73" name="Google Shape;73;p11"/>
          <p:cNvSpPr txBox="1"/>
          <p:nvPr>
            <p:ph type="title"/>
          </p:nvPr>
        </p:nvSpPr>
        <p:spPr>
          <a:xfrm>
            <a:off x="3209925" y="2690812"/>
            <a:ext cx="36388675" cy="5046662"/>
          </a:xfrm>
          <a:prstGeom prst="rect">
            <a:avLst/>
          </a:prstGeom>
          <a:noFill/>
          <a:ln>
            <a:noFill/>
          </a:ln>
        </p:spPr>
        <p:txBody>
          <a:bodyPr anchorCtr="0" anchor="ctr" bIns="224575" lIns="449175" spcFirstLastPara="1" rIns="449175" wrap="square" tIns="2245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a:off x="3209925" y="8747125"/>
            <a:ext cx="36388675" cy="18168937"/>
          </a:xfrm>
          <a:prstGeom prst="rect">
            <a:avLst/>
          </a:prstGeom>
          <a:noFill/>
          <a:ln>
            <a:noFill/>
          </a:ln>
        </p:spPr>
        <p:txBody>
          <a:bodyPr anchorCtr="0" anchor="t" bIns="224575" lIns="449175" spcFirstLastPara="1" rIns="449175" wrap="square" tIns="2245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 name="Shape 78"/>
        <p:cNvGrpSpPr/>
        <p:nvPr/>
      </p:nvGrpSpPr>
      <p:grpSpPr>
        <a:xfrm>
          <a:off x="0" y="0"/>
          <a:ext cx="0" cy="0"/>
          <a:chOff x="0" y="0"/>
          <a:chExt cx="0" cy="0"/>
        </a:xfrm>
      </p:grpSpPr>
      <p:sp>
        <p:nvSpPr>
          <p:cNvPr id="79" name="Google Shape;79;p12"/>
          <p:cNvSpPr txBox="1"/>
          <p:nvPr>
            <p:ph type="ctrTitle"/>
          </p:nvPr>
        </p:nvSpPr>
        <p:spPr>
          <a:xfrm>
            <a:off x="4538608" y="6653181"/>
            <a:ext cx="51443637" cy="4591317"/>
          </a:xfrm>
          <a:prstGeom prst="rect">
            <a:avLst/>
          </a:prstGeom>
          <a:noFill/>
          <a:ln>
            <a:noFill/>
          </a:ln>
        </p:spPr>
        <p:txBody>
          <a:bodyPr anchorCtr="0" anchor="ctr" bIns="224575" lIns="449175" spcFirstLastPara="1" rIns="449175" wrap="square" tIns="2245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subTitle"/>
          </p:nvPr>
        </p:nvSpPr>
        <p:spPr>
          <a:xfrm>
            <a:off x="9077215" y="12136918"/>
            <a:ext cx="42366422" cy="5473512"/>
          </a:xfrm>
          <a:prstGeom prst="rect">
            <a:avLst/>
          </a:prstGeom>
          <a:noFill/>
          <a:ln>
            <a:noFill/>
          </a:ln>
        </p:spPr>
        <p:txBody>
          <a:bodyPr anchorCtr="0" anchor="t" bIns="224575" lIns="449175" spcFirstLastPara="1" rIns="449175" wrap="square" tIns="224575">
            <a:noAutofit/>
          </a:bodyPr>
          <a:lstStyle>
            <a:lvl1pPr lvl="0" algn="ctr">
              <a:spcBef>
                <a:spcPts val="3100"/>
              </a:spcBef>
              <a:spcAft>
                <a:spcPts val="0"/>
              </a:spcAft>
              <a:buClr>
                <a:schemeClr val="dk1"/>
              </a:buClr>
              <a:buSzPts val="15500"/>
              <a:buFont typeface="Times New Roman"/>
              <a:buNone/>
              <a:defRPr/>
            </a:lvl1pPr>
            <a:lvl2pPr lvl="1" algn="ctr">
              <a:spcBef>
                <a:spcPts val="2720"/>
              </a:spcBef>
              <a:spcAft>
                <a:spcPts val="0"/>
              </a:spcAft>
              <a:buClr>
                <a:schemeClr val="dk1"/>
              </a:buClr>
              <a:buSzPts val="13600"/>
              <a:buFont typeface="Times New Roman"/>
              <a:buNone/>
              <a:defRPr/>
            </a:lvl2pPr>
            <a:lvl3pPr lvl="2" algn="ctr">
              <a:spcBef>
                <a:spcPts val="2340"/>
              </a:spcBef>
              <a:spcAft>
                <a:spcPts val="0"/>
              </a:spcAft>
              <a:buClr>
                <a:schemeClr val="dk1"/>
              </a:buClr>
              <a:buSzPts val="11700"/>
              <a:buFont typeface="Times New Roman"/>
              <a:buNone/>
              <a:defRPr/>
            </a:lvl3pPr>
            <a:lvl4pPr lvl="3" algn="ctr">
              <a:spcBef>
                <a:spcPts val="1980"/>
              </a:spcBef>
              <a:spcAft>
                <a:spcPts val="0"/>
              </a:spcAft>
              <a:buClr>
                <a:schemeClr val="dk1"/>
              </a:buClr>
              <a:buSzPts val="9900"/>
              <a:buFont typeface="Times New Roman"/>
              <a:buNone/>
              <a:defRPr/>
            </a:lvl4pPr>
            <a:lvl5pPr lvl="4" algn="ctr">
              <a:spcBef>
                <a:spcPts val="1980"/>
              </a:spcBef>
              <a:spcAft>
                <a:spcPts val="0"/>
              </a:spcAft>
              <a:buClr>
                <a:schemeClr val="dk1"/>
              </a:buClr>
              <a:buSzPts val="9900"/>
              <a:buFont typeface="Times New Roman"/>
              <a:buNone/>
              <a:defRPr/>
            </a:lvl5pPr>
            <a:lvl6pPr lvl="5" algn="ctr">
              <a:spcBef>
                <a:spcPts val="1980"/>
              </a:spcBef>
              <a:spcAft>
                <a:spcPts val="0"/>
              </a:spcAft>
              <a:buClr>
                <a:schemeClr val="dk1"/>
              </a:buClr>
              <a:buSzPts val="9900"/>
              <a:buFont typeface="Times New Roman"/>
              <a:buNone/>
              <a:defRPr/>
            </a:lvl6pPr>
            <a:lvl7pPr lvl="6" algn="ctr">
              <a:spcBef>
                <a:spcPts val="1980"/>
              </a:spcBef>
              <a:spcAft>
                <a:spcPts val="0"/>
              </a:spcAft>
              <a:buClr>
                <a:schemeClr val="dk1"/>
              </a:buClr>
              <a:buSzPts val="9900"/>
              <a:buFont typeface="Times New Roman"/>
              <a:buNone/>
              <a:defRPr/>
            </a:lvl7pPr>
            <a:lvl8pPr lvl="7" algn="ctr">
              <a:spcBef>
                <a:spcPts val="1980"/>
              </a:spcBef>
              <a:spcAft>
                <a:spcPts val="0"/>
              </a:spcAft>
              <a:buClr>
                <a:schemeClr val="dk1"/>
              </a:buClr>
              <a:buSzPts val="9900"/>
              <a:buFont typeface="Times New Roman"/>
              <a:buNone/>
              <a:defRPr/>
            </a:lvl8pPr>
            <a:lvl9pPr lvl="8" algn="ctr">
              <a:spcBef>
                <a:spcPts val="1980"/>
              </a:spcBef>
              <a:spcAft>
                <a:spcPts val="0"/>
              </a:spcAft>
              <a:buClr>
                <a:schemeClr val="dk1"/>
              </a:buClr>
              <a:buSzPts val="9900"/>
              <a:buFont typeface="Times New Roman"/>
              <a:buNone/>
              <a:defRPr/>
            </a:lvl9pPr>
          </a:lstStyle>
          <a:p/>
        </p:txBody>
      </p:sp>
      <p:sp>
        <p:nvSpPr>
          <p:cNvPr id="81" name="Google Shape;81;p12"/>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000"/>
              <a:buFont typeface="Times New Roman"/>
              <a:buNone/>
              <a:defRPr b="0" i="0" sz="7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209925" y="2690812"/>
            <a:ext cx="36388675" cy="5046662"/>
          </a:xfrm>
          <a:prstGeom prst="rect">
            <a:avLst/>
          </a:prstGeom>
          <a:noFill/>
          <a:ln>
            <a:noFill/>
          </a:ln>
        </p:spPr>
        <p:txBody>
          <a:bodyPr anchorCtr="0" anchor="ctr" bIns="224575" lIns="449175" spcFirstLastPara="1" rIns="449175" wrap="square" tIns="224575">
            <a:noAutofit/>
          </a:bodyPr>
          <a:lstStyle>
            <a:lvl1pPr lvl="0"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21600" u="none" cap="none" strike="noStrike">
                <a:solidFill>
                  <a:schemeClr val="dk2"/>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3209925" y="8747125"/>
            <a:ext cx="36388675" cy="18168937"/>
          </a:xfrm>
          <a:prstGeom prst="rect">
            <a:avLst/>
          </a:prstGeom>
          <a:noFill/>
          <a:ln>
            <a:noFill/>
          </a:ln>
        </p:spPr>
        <p:txBody>
          <a:bodyPr anchorCtr="0" anchor="t" bIns="224575" lIns="449175" spcFirstLastPara="1" rIns="449175" wrap="square" tIns="224575">
            <a:noAutofit/>
          </a:bodyPr>
          <a:lstStyle>
            <a:lvl1pPr indent="-1212850" lvl="0" marL="457200" marR="0" rtl="0" algn="l">
              <a:spcBef>
                <a:spcPts val="3100"/>
              </a:spcBef>
              <a:spcAft>
                <a:spcPts val="0"/>
              </a:spcAft>
              <a:buClr>
                <a:schemeClr val="dk1"/>
              </a:buClr>
              <a:buSzPts val="15500"/>
              <a:buFont typeface="Times New Roman"/>
              <a:buChar char="•"/>
              <a:defRPr b="0" i="0" sz="15500" u="none" cap="none" strike="noStrike">
                <a:solidFill>
                  <a:schemeClr val="dk1"/>
                </a:solidFill>
                <a:latin typeface="Times New Roman"/>
                <a:ea typeface="Times New Roman"/>
                <a:cs typeface="Times New Roman"/>
                <a:sym typeface="Times New Roman"/>
              </a:defRPr>
            </a:lvl1pPr>
            <a:lvl2pPr indent="-1092200" lvl="1" marL="914400" marR="0" rtl="0" algn="l">
              <a:spcBef>
                <a:spcPts val="2720"/>
              </a:spcBef>
              <a:spcAft>
                <a:spcPts val="0"/>
              </a:spcAft>
              <a:buClr>
                <a:schemeClr val="dk1"/>
              </a:buClr>
              <a:buSzPts val="13600"/>
              <a:buFont typeface="Times New Roman"/>
              <a:buChar char="–"/>
              <a:defRPr b="0" i="0" sz="13600" u="none" cap="none" strike="noStrike">
                <a:solidFill>
                  <a:schemeClr val="dk1"/>
                </a:solidFill>
                <a:latin typeface="Times New Roman"/>
                <a:ea typeface="Times New Roman"/>
                <a:cs typeface="Times New Roman"/>
                <a:sym typeface="Times New Roman"/>
              </a:defRPr>
            </a:lvl2pPr>
            <a:lvl3pPr indent="-971550" lvl="2" marL="1371600" marR="0" rtl="0" algn="l">
              <a:spcBef>
                <a:spcPts val="2340"/>
              </a:spcBef>
              <a:spcAft>
                <a:spcPts val="0"/>
              </a:spcAft>
              <a:buClr>
                <a:schemeClr val="dk1"/>
              </a:buClr>
              <a:buSzPts val="11700"/>
              <a:buFont typeface="Times New Roman"/>
              <a:buChar char="•"/>
              <a:defRPr b="0" i="0" sz="11700" u="none" cap="none" strike="noStrike">
                <a:solidFill>
                  <a:schemeClr val="dk1"/>
                </a:solidFill>
                <a:latin typeface="Times New Roman"/>
                <a:ea typeface="Times New Roman"/>
                <a:cs typeface="Times New Roman"/>
                <a:sym typeface="Times New Roman"/>
              </a:defRPr>
            </a:lvl3pPr>
            <a:lvl4pPr indent="-857250" lvl="3" marL="1828800" marR="0" rtl="0" algn="l">
              <a:spcBef>
                <a:spcPts val="1980"/>
              </a:spcBef>
              <a:spcAft>
                <a:spcPts val="0"/>
              </a:spcAft>
              <a:buClr>
                <a:schemeClr val="dk1"/>
              </a:buClr>
              <a:buSzPts val="9900"/>
              <a:buFont typeface="Times New Roman"/>
              <a:buChar char="–"/>
              <a:defRPr b="0" i="0" sz="9900" u="none" cap="none" strike="noStrike">
                <a:solidFill>
                  <a:schemeClr val="dk1"/>
                </a:solidFill>
                <a:latin typeface="Times New Roman"/>
                <a:ea typeface="Times New Roman"/>
                <a:cs typeface="Times New Roman"/>
                <a:sym typeface="Times New Roman"/>
              </a:defRPr>
            </a:lvl4pPr>
            <a:lvl5pPr indent="-857250" lvl="4" marL="2286000" marR="0" rtl="0" algn="l">
              <a:spcBef>
                <a:spcPts val="1980"/>
              </a:spcBef>
              <a:spcAft>
                <a:spcPts val="0"/>
              </a:spcAft>
              <a:buClr>
                <a:schemeClr val="dk1"/>
              </a:buClr>
              <a:buSzPts val="9900"/>
              <a:buFont typeface="Times New Roman"/>
              <a:buChar char="»"/>
              <a:defRPr b="0" i="0" sz="9900" u="none" cap="none" strike="noStrike">
                <a:solidFill>
                  <a:schemeClr val="dk1"/>
                </a:solidFill>
                <a:latin typeface="Times New Roman"/>
                <a:ea typeface="Times New Roman"/>
                <a:cs typeface="Times New Roman"/>
                <a:sym typeface="Times New Roman"/>
              </a:defRPr>
            </a:lvl5pPr>
            <a:lvl6pPr indent="-857250" lvl="5" marL="2743200" marR="0" rtl="0" algn="l">
              <a:spcBef>
                <a:spcPts val="1980"/>
              </a:spcBef>
              <a:spcAft>
                <a:spcPts val="0"/>
              </a:spcAft>
              <a:buClr>
                <a:schemeClr val="dk1"/>
              </a:buClr>
              <a:buSzPts val="9900"/>
              <a:buFont typeface="Times New Roman"/>
              <a:buChar char="»"/>
              <a:defRPr b="0" i="0" sz="9900" u="none" cap="none" strike="noStrike">
                <a:solidFill>
                  <a:schemeClr val="dk1"/>
                </a:solidFill>
                <a:latin typeface="Times New Roman"/>
                <a:ea typeface="Times New Roman"/>
                <a:cs typeface="Times New Roman"/>
                <a:sym typeface="Times New Roman"/>
              </a:defRPr>
            </a:lvl6pPr>
            <a:lvl7pPr indent="-857250" lvl="6" marL="3200400" marR="0" rtl="0" algn="l">
              <a:spcBef>
                <a:spcPts val="1980"/>
              </a:spcBef>
              <a:spcAft>
                <a:spcPts val="0"/>
              </a:spcAft>
              <a:buClr>
                <a:schemeClr val="dk1"/>
              </a:buClr>
              <a:buSzPts val="9900"/>
              <a:buFont typeface="Times New Roman"/>
              <a:buChar char="»"/>
              <a:defRPr b="0" i="0" sz="9900" u="none" cap="none" strike="noStrike">
                <a:solidFill>
                  <a:schemeClr val="dk1"/>
                </a:solidFill>
                <a:latin typeface="Times New Roman"/>
                <a:ea typeface="Times New Roman"/>
                <a:cs typeface="Times New Roman"/>
                <a:sym typeface="Times New Roman"/>
              </a:defRPr>
            </a:lvl7pPr>
            <a:lvl8pPr indent="-857250" lvl="7" marL="3657600" marR="0" rtl="0" algn="l">
              <a:spcBef>
                <a:spcPts val="1980"/>
              </a:spcBef>
              <a:spcAft>
                <a:spcPts val="0"/>
              </a:spcAft>
              <a:buClr>
                <a:schemeClr val="dk1"/>
              </a:buClr>
              <a:buSzPts val="9900"/>
              <a:buFont typeface="Times New Roman"/>
              <a:buChar char="»"/>
              <a:defRPr b="0" i="0" sz="9900" u="none" cap="none" strike="noStrike">
                <a:solidFill>
                  <a:schemeClr val="dk1"/>
                </a:solidFill>
                <a:latin typeface="Times New Roman"/>
                <a:ea typeface="Times New Roman"/>
                <a:cs typeface="Times New Roman"/>
                <a:sym typeface="Times New Roman"/>
              </a:defRPr>
            </a:lvl8pPr>
            <a:lvl9pPr indent="-857250" lvl="8" marL="4114800" marR="0" rtl="0" algn="l">
              <a:spcBef>
                <a:spcPts val="1980"/>
              </a:spcBef>
              <a:spcAft>
                <a:spcPts val="0"/>
              </a:spcAft>
              <a:buClr>
                <a:schemeClr val="dk1"/>
              </a:buClr>
              <a:buSzPts val="9900"/>
              <a:buFont typeface="Times New Roman"/>
              <a:buChar char="»"/>
              <a:defRPr b="0" i="0" sz="99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3209925" y="27589162"/>
            <a:ext cx="8918575" cy="2017712"/>
          </a:xfrm>
          <a:prstGeom prst="rect">
            <a:avLst/>
          </a:prstGeom>
          <a:noFill/>
          <a:ln>
            <a:noFill/>
          </a:ln>
        </p:spPr>
        <p:txBody>
          <a:bodyPr anchorCtr="0" anchor="t" bIns="224575" lIns="449175" spcFirstLastPara="1" rIns="449175" wrap="square" tIns="224575">
            <a:noAutofit/>
          </a:bodyPr>
          <a:lstStyle>
            <a:lvl1pPr lvl="0"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14625637" y="27589162"/>
            <a:ext cx="13557250" cy="2017712"/>
          </a:xfrm>
          <a:prstGeom prst="rect">
            <a:avLst/>
          </a:prstGeom>
          <a:noFill/>
          <a:ln>
            <a:noFill/>
          </a:ln>
        </p:spPr>
        <p:txBody>
          <a:bodyPr anchorCtr="0" anchor="t" bIns="224575" lIns="449175" spcFirstLastPara="1" rIns="449175" wrap="square" tIns="224575">
            <a:noAutofit/>
          </a:bodyPr>
          <a:lstStyle>
            <a:lvl1pPr lvl="0"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3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30680025" y="27589162"/>
            <a:ext cx="8918575" cy="2017712"/>
          </a:xfrm>
          <a:prstGeom prst="rect">
            <a:avLst/>
          </a:prstGeom>
          <a:noFill/>
          <a:ln>
            <a:noFill/>
          </a:ln>
        </p:spPr>
        <p:txBody>
          <a:bodyPr anchorCtr="0" anchor="t" bIns="224575" lIns="449175" spcFirstLastPara="1" rIns="449175" wrap="square" tIns="224575">
            <a:noAutofit/>
          </a:bodyPr>
          <a:lstStyle>
            <a:lvl1pPr indent="0" lvl="0"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7000"/>
              <a:buFont typeface="Times New Roman"/>
              <a:buNone/>
              <a:defRPr b="0" i="0" sz="70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txBox="1"/>
          <p:nvPr/>
        </p:nvSpPr>
        <p:spPr>
          <a:xfrm>
            <a:off x="0" y="29298900"/>
            <a:ext cx="42808525" cy="993775"/>
          </a:xfrm>
          <a:prstGeom prst="rect">
            <a:avLst/>
          </a:prstGeom>
          <a:solidFill>
            <a:srgbClr val="006684"/>
          </a:solidFill>
          <a:ln>
            <a:noFill/>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300" u="none">
              <a:solidFill>
                <a:schemeClr val="dk1"/>
              </a:solidFill>
              <a:latin typeface="Arial"/>
              <a:ea typeface="Arial"/>
              <a:cs typeface="Arial"/>
              <a:sym typeface="Arial"/>
            </a:endParaRPr>
          </a:p>
        </p:txBody>
      </p:sp>
      <p:sp>
        <p:nvSpPr>
          <p:cNvPr id="90" name="Google Shape;90;p13"/>
          <p:cNvSpPr txBox="1"/>
          <p:nvPr/>
        </p:nvSpPr>
        <p:spPr>
          <a:xfrm>
            <a:off x="1008062" y="29335412"/>
            <a:ext cx="30830837"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5400"/>
              <a:buFont typeface="Arial"/>
              <a:buNone/>
            </a:pPr>
            <a:r>
              <a:rPr b="1" i="0" lang="en-US" sz="5400" u="none">
                <a:solidFill>
                  <a:schemeClr val="lt1"/>
                </a:solidFill>
                <a:latin typeface="Arial"/>
                <a:ea typeface="Arial"/>
                <a:cs typeface="Arial"/>
                <a:sym typeface="Arial"/>
              </a:rPr>
              <a:t>Our Dedication.Your Journey.</a:t>
            </a:r>
            <a:endParaRPr/>
          </a:p>
        </p:txBody>
      </p:sp>
      <p:sp>
        <p:nvSpPr>
          <p:cNvPr id="91" name="Google Shape;91;p13"/>
          <p:cNvSpPr txBox="1"/>
          <p:nvPr/>
        </p:nvSpPr>
        <p:spPr>
          <a:xfrm>
            <a:off x="31964312" y="29322712"/>
            <a:ext cx="9853612" cy="9239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5400"/>
              <a:buFont typeface="Arial"/>
              <a:buNone/>
            </a:pPr>
            <a:r>
              <a:rPr b="1" i="0" lang="en-US" sz="5400" u="none">
                <a:solidFill>
                  <a:schemeClr val="lt1"/>
                </a:solidFill>
                <a:latin typeface="Arial"/>
                <a:ea typeface="Arial"/>
                <a:cs typeface="Arial"/>
                <a:sym typeface="Arial"/>
              </a:rPr>
              <a:t>www.cct.ie</a:t>
            </a:r>
            <a:endParaRPr/>
          </a:p>
        </p:txBody>
      </p:sp>
      <p:grpSp>
        <p:nvGrpSpPr>
          <p:cNvPr id="92" name="Google Shape;92;p13"/>
          <p:cNvGrpSpPr/>
          <p:nvPr/>
        </p:nvGrpSpPr>
        <p:grpSpPr>
          <a:xfrm>
            <a:off x="967496" y="19544178"/>
            <a:ext cx="12887106" cy="2124212"/>
            <a:chOff x="943194" y="16253059"/>
            <a:chExt cx="12887106" cy="2124000"/>
          </a:xfrm>
        </p:grpSpPr>
        <p:sp>
          <p:nvSpPr>
            <p:cNvPr id="93" name="Google Shape;93;p13"/>
            <p:cNvSpPr txBox="1"/>
            <p:nvPr/>
          </p:nvSpPr>
          <p:spPr>
            <a:xfrm>
              <a:off x="943194" y="16253059"/>
              <a:ext cx="128871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684"/>
                </a:buClr>
                <a:buSzPts val="6600"/>
                <a:buFont typeface="Arial"/>
                <a:buNone/>
              </a:pPr>
              <a:r>
                <a:rPr b="1" lang="en-US" sz="6600">
                  <a:solidFill>
                    <a:srgbClr val="006684"/>
                  </a:solidFill>
                </a:rPr>
                <a:t>Ethical, legal and social impacts of Computer vision</a:t>
              </a:r>
              <a:endParaRPr/>
            </a:p>
          </p:txBody>
        </p:sp>
        <p:cxnSp>
          <p:nvCxnSpPr>
            <p:cNvPr id="94" name="Google Shape;94;p13"/>
            <p:cNvCxnSpPr/>
            <p:nvPr/>
          </p:nvCxnSpPr>
          <p:spPr>
            <a:xfrm flipH="1" rot="10800000">
              <a:off x="1084786" y="16379716"/>
              <a:ext cx="12745514" cy="1"/>
            </a:xfrm>
            <a:prstGeom prst="straightConnector1">
              <a:avLst/>
            </a:prstGeom>
            <a:noFill/>
            <a:ln cap="flat" cmpd="sng" w="12700">
              <a:solidFill>
                <a:srgbClr val="006684"/>
              </a:solidFill>
              <a:prstDash val="solid"/>
              <a:miter lim="8000"/>
              <a:headEnd len="med" w="med" type="none"/>
              <a:tailEnd len="med" w="med" type="none"/>
            </a:ln>
          </p:spPr>
        </p:cxnSp>
      </p:grpSp>
      <p:grpSp>
        <p:nvGrpSpPr>
          <p:cNvPr id="95" name="Google Shape;95;p13"/>
          <p:cNvGrpSpPr/>
          <p:nvPr/>
        </p:nvGrpSpPr>
        <p:grpSpPr>
          <a:xfrm>
            <a:off x="920750" y="4964112"/>
            <a:ext cx="12885737" cy="1000571"/>
            <a:chOff x="967545" y="5020846"/>
            <a:chExt cx="12885433" cy="1000500"/>
          </a:xfrm>
        </p:grpSpPr>
        <p:sp>
          <p:nvSpPr>
            <p:cNvPr id="96" name="Google Shape;96;p13"/>
            <p:cNvSpPr txBox="1"/>
            <p:nvPr/>
          </p:nvSpPr>
          <p:spPr>
            <a:xfrm>
              <a:off x="967545" y="5020846"/>
              <a:ext cx="12885300" cy="100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684"/>
                </a:buClr>
                <a:buSzPts val="6600"/>
                <a:buFont typeface="Arial"/>
                <a:buNone/>
              </a:pPr>
              <a:r>
                <a:rPr b="1" lang="en-US" sz="5900">
                  <a:solidFill>
                    <a:srgbClr val="006684"/>
                  </a:solidFill>
                </a:rPr>
                <a:t>Computer vision and how it is used</a:t>
              </a:r>
              <a:endParaRPr sz="700"/>
            </a:p>
          </p:txBody>
        </p:sp>
        <p:cxnSp>
          <p:nvCxnSpPr>
            <p:cNvPr id="97" name="Google Shape;97;p13"/>
            <p:cNvCxnSpPr/>
            <p:nvPr/>
          </p:nvCxnSpPr>
          <p:spPr>
            <a:xfrm flipH="1" rot="10800000">
              <a:off x="1107464" y="5164436"/>
              <a:ext cx="12745514" cy="1"/>
            </a:xfrm>
            <a:prstGeom prst="straightConnector1">
              <a:avLst/>
            </a:prstGeom>
            <a:noFill/>
            <a:ln cap="flat" cmpd="sng" w="12700">
              <a:solidFill>
                <a:srgbClr val="006684"/>
              </a:solidFill>
              <a:prstDash val="solid"/>
              <a:miter lim="8000"/>
              <a:headEnd len="med" w="med" type="none"/>
              <a:tailEnd len="med" w="med" type="none"/>
            </a:ln>
          </p:spPr>
        </p:cxnSp>
      </p:grpSp>
      <p:sp>
        <p:nvSpPr>
          <p:cNvPr id="98" name="Google Shape;98;p13"/>
          <p:cNvSpPr txBox="1"/>
          <p:nvPr/>
        </p:nvSpPr>
        <p:spPr>
          <a:xfrm>
            <a:off x="1054025" y="6221412"/>
            <a:ext cx="12936600" cy="12960300"/>
          </a:xfrm>
          <a:prstGeom prst="rect">
            <a:avLst/>
          </a:prstGeom>
          <a:noFill/>
          <a:ln>
            <a:noFill/>
          </a:ln>
        </p:spPr>
        <p:txBody>
          <a:bodyPr anchorCtr="0" anchor="t" bIns="45700" lIns="91425" spcFirstLastPara="1" rIns="91425" wrap="square" tIns="45700">
            <a:spAutoFit/>
          </a:bodyPr>
          <a:lstStyle/>
          <a:p>
            <a:pPr indent="0" lvl="0" marL="0" rtl="0" algn="just">
              <a:lnSpc>
                <a:spcPct val="138888"/>
              </a:lnSpc>
              <a:spcBef>
                <a:spcPts val="0"/>
              </a:spcBef>
              <a:spcAft>
                <a:spcPts val="0"/>
              </a:spcAft>
              <a:buClr>
                <a:schemeClr val="dk1"/>
              </a:buClr>
              <a:buSzPts val="3600"/>
              <a:buFont typeface="Helvetica Neue"/>
              <a:buNone/>
            </a:pPr>
            <a:r>
              <a:rPr lang="en-US" sz="3600">
                <a:solidFill>
                  <a:schemeClr val="dk1"/>
                </a:solidFill>
                <a:latin typeface="Helvetica Neue"/>
                <a:ea typeface="Helvetica Neue"/>
                <a:cs typeface="Helvetica Neue"/>
                <a:sym typeface="Helvetica Neue"/>
              </a:rPr>
              <a:t>Computer vision is a subfield of artificial intelligence, it provides to systems and machines the capability to process, analyse and interpret visual inputs like images and videos, mimicking human vision.  For example, in radiology imaging, radiologists carefully interpret chest X-rays in order to identify diseases such as breast cancer or pneumonia, in those cases, a computer vision system could help to detect early stages of breast cancer or to analyse pictures and videos to identify media manipulation or deepfakes.(Caballar and Stryker, 2025) </a:t>
            </a:r>
            <a:endParaRPr sz="3600">
              <a:solidFill>
                <a:schemeClr val="dk1"/>
              </a:solidFill>
              <a:latin typeface="Helvetica Neue"/>
              <a:ea typeface="Helvetica Neue"/>
              <a:cs typeface="Helvetica Neue"/>
              <a:sym typeface="Helvetica Neue"/>
            </a:endParaRPr>
          </a:p>
          <a:p>
            <a:pPr indent="0" lvl="0" marL="0" rtl="0" algn="just">
              <a:lnSpc>
                <a:spcPct val="138888"/>
              </a:lnSpc>
              <a:spcBef>
                <a:spcPts val="0"/>
              </a:spcBef>
              <a:spcAft>
                <a:spcPts val="0"/>
              </a:spcAft>
              <a:buClr>
                <a:schemeClr val="dk1"/>
              </a:buClr>
              <a:buSzPts val="3600"/>
              <a:buFont typeface="Helvetica Neue"/>
              <a:buNone/>
            </a:pPr>
            <a:r>
              <a:t/>
            </a:r>
            <a:endParaRPr sz="3600">
              <a:solidFill>
                <a:schemeClr val="dk1"/>
              </a:solidFill>
              <a:latin typeface="Helvetica Neue"/>
              <a:ea typeface="Helvetica Neue"/>
              <a:cs typeface="Helvetica Neue"/>
              <a:sym typeface="Helvetica Neue"/>
            </a:endParaRPr>
          </a:p>
          <a:p>
            <a:pPr indent="0" lvl="0" marL="0" rtl="0" algn="just">
              <a:lnSpc>
                <a:spcPct val="138888"/>
              </a:lnSpc>
              <a:spcBef>
                <a:spcPts val="0"/>
              </a:spcBef>
              <a:spcAft>
                <a:spcPts val="0"/>
              </a:spcAft>
              <a:buClr>
                <a:schemeClr val="dk1"/>
              </a:buClr>
              <a:buSzPts val="3600"/>
              <a:buFont typeface="Helvetica Neue"/>
              <a:buNone/>
            </a:pPr>
            <a:r>
              <a:rPr lang="en-US" sz="3600">
                <a:solidFill>
                  <a:schemeClr val="dk1"/>
                </a:solidFill>
                <a:latin typeface="Helvetica Neue"/>
                <a:ea typeface="Helvetica Neue"/>
                <a:cs typeface="Helvetica Neue"/>
                <a:sym typeface="Helvetica Neue"/>
              </a:rPr>
              <a:t>Furthermore, computer vision is used in various other areas, such as agriculture with drones monitoring crop health using sensors to detect diseases, pests and nutrient deficiencies as soon as those situations start emerging. Also in industrial environments, robots perform quality inspections identifying defects through image recognition and sensor based analysis.(Verma, 2025)</a:t>
            </a:r>
            <a:endParaRPr sz="3600">
              <a:solidFill>
                <a:schemeClr val="dk1"/>
              </a:solidFill>
              <a:latin typeface="Helvetica Neue"/>
              <a:ea typeface="Helvetica Neue"/>
              <a:cs typeface="Helvetica Neue"/>
              <a:sym typeface="Helvetica Neue"/>
            </a:endParaRPr>
          </a:p>
        </p:txBody>
      </p:sp>
      <p:sp>
        <p:nvSpPr>
          <p:cNvPr id="99" name="Google Shape;99;p13"/>
          <p:cNvSpPr txBox="1"/>
          <p:nvPr/>
        </p:nvSpPr>
        <p:spPr>
          <a:xfrm>
            <a:off x="972263" y="21729900"/>
            <a:ext cx="13100100" cy="6033900"/>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Clr>
                <a:schemeClr val="dk1"/>
              </a:buClr>
              <a:buSzPts val="3600"/>
              <a:buFont typeface="Helvetica Neue"/>
              <a:buNone/>
            </a:pPr>
            <a:r>
              <a:rPr lang="en-US" sz="3600">
                <a:solidFill>
                  <a:schemeClr val="dk1"/>
                </a:solidFill>
                <a:latin typeface="Helvetica Neue"/>
                <a:ea typeface="Helvetica Neue"/>
                <a:cs typeface="Helvetica Neue"/>
                <a:sym typeface="Helvetica Neue"/>
              </a:rPr>
              <a:t>Due to rapid advances of AI, deepfake technology has been changing digital media creation and manipulation. As it becomes more and more accessible, individuals with limited technical expertise are now able to generate convincing manipulated videos, this led to a rise in harmful uses, such as scams impersonating individuals, spread of misinformation, fabricated political statements, and manipulation of digital evidence.(Priyanga et al., 2026, p.1)</a:t>
            </a:r>
            <a:endParaRPr/>
          </a:p>
        </p:txBody>
      </p:sp>
      <p:sp>
        <p:nvSpPr>
          <p:cNvPr id="100" name="Google Shape;100;p13"/>
          <p:cNvSpPr txBox="1"/>
          <p:nvPr/>
        </p:nvSpPr>
        <p:spPr>
          <a:xfrm>
            <a:off x="28978325" y="17057862"/>
            <a:ext cx="127872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300" u="none">
              <a:solidFill>
                <a:schemeClr val="dk1"/>
              </a:solidFill>
              <a:latin typeface="Arial"/>
              <a:ea typeface="Arial"/>
              <a:cs typeface="Arial"/>
              <a:sym typeface="Arial"/>
            </a:endParaRPr>
          </a:p>
        </p:txBody>
      </p:sp>
      <p:sp>
        <p:nvSpPr>
          <p:cNvPr id="101" name="Google Shape;101;p13"/>
          <p:cNvSpPr txBox="1"/>
          <p:nvPr/>
        </p:nvSpPr>
        <p:spPr>
          <a:xfrm>
            <a:off x="15182488" y="28124375"/>
            <a:ext cx="5262300" cy="985200"/>
          </a:xfrm>
          <a:prstGeom prst="rect">
            <a:avLst/>
          </a:prstGeom>
          <a:noFill/>
          <a:ln>
            <a:noFill/>
          </a:ln>
        </p:spPr>
        <p:txBody>
          <a:bodyPr anchorCtr="0" anchor="t" bIns="45700" lIns="91425" spcFirstLastPara="1" rIns="91425" wrap="square" tIns="45700">
            <a:spAutoFit/>
          </a:bodyPr>
          <a:lstStyle/>
          <a:p>
            <a:pPr indent="0" lvl="0" marL="0" marR="0" rtl="0" algn="l">
              <a:lnSpc>
                <a:spcPct val="141666"/>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Fig. 1 </a:t>
            </a:r>
            <a:r>
              <a:rPr i="0" lang="en-US" sz="2400" u="none">
                <a:solidFill>
                  <a:schemeClr val="dk1"/>
                </a:solidFill>
              </a:rPr>
              <a:t>Tom Cruise</a:t>
            </a:r>
            <a:r>
              <a:rPr b="1" i="0" lang="en-US" sz="2400" u="none">
                <a:solidFill>
                  <a:schemeClr val="dk1"/>
                </a:solidFill>
                <a:latin typeface="Arial"/>
                <a:ea typeface="Arial"/>
                <a:cs typeface="Arial"/>
                <a:sym typeface="Arial"/>
              </a:rPr>
              <a:t> </a:t>
            </a:r>
            <a:r>
              <a:rPr i="0" lang="en-US" sz="2400" u="none">
                <a:solidFill>
                  <a:schemeClr val="dk1"/>
                </a:solidFill>
              </a:rPr>
              <a:t>Deep</a:t>
            </a:r>
            <a:r>
              <a:rPr lang="en-US" sz="2400">
                <a:solidFill>
                  <a:schemeClr val="dk1"/>
                </a:solidFill>
              </a:rPr>
              <a:t>fake step 1. Credits to Umé (2026)</a:t>
            </a:r>
            <a:endParaRPr/>
          </a:p>
        </p:txBody>
      </p:sp>
      <p:sp>
        <p:nvSpPr>
          <p:cNvPr id="102" name="Google Shape;102;p13"/>
          <p:cNvSpPr txBox="1"/>
          <p:nvPr/>
        </p:nvSpPr>
        <p:spPr>
          <a:xfrm>
            <a:off x="15165388" y="18245525"/>
            <a:ext cx="5175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300" u="none">
              <a:solidFill>
                <a:schemeClr val="dk1"/>
              </a:solidFill>
              <a:latin typeface="Arial"/>
              <a:ea typeface="Arial"/>
              <a:cs typeface="Arial"/>
              <a:sym typeface="Arial"/>
            </a:endParaRPr>
          </a:p>
        </p:txBody>
      </p:sp>
      <p:sp>
        <p:nvSpPr>
          <p:cNvPr id="103" name="Google Shape;103;p13"/>
          <p:cNvSpPr txBox="1"/>
          <p:nvPr/>
        </p:nvSpPr>
        <p:spPr>
          <a:xfrm>
            <a:off x="15165388" y="22617500"/>
            <a:ext cx="5175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300" u="none">
              <a:solidFill>
                <a:schemeClr val="dk1"/>
              </a:solidFill>
              <a:latin typeface="Arial"/>
              <a:ea typeface="Arial"/>
              <a:cs typeface="Arial"/>
              <a:sym typeface="Arial"/>
            </a:endParaRPr>
          </a:p>
        </p:txBody>
      </p:sp>
      <p:sp>
        <p:nvSpPr>
          <p:cNvPr id="104" name="Google Shape;104;p13"/>
          <p:cNvSpPr txBox="1"/>
          <p:nvPr/>
        </p:nvSpPr>
        <p:spPr>
          <a:xfrm>
            <a:off x="29038650" y="15634512"/>
            <a:ext cx="12787200" cy="6033900"/>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1200"/>
              </a:spcBef>
              <a:spcAft>
                <a:spcPts val="0"/>
              </a:spcAft>
              <a:buNone/>
            </a:pPr>
            <a:r>
              <a:rPr lang="en-US" sz="3600">
                <a:solidFill>
                  <a:schemeClr val="dk1"/>
                </a:solidFill>
                <a:latin typeface="Helvetica Neue"/>
                <a:ea typeface="Helvetica Neue"/>
                <a:cs typeface="Helvetica Neue"/>
                <a:sym typeface="Helvetica Neue"/>
              </a:rPr>
              <a:t>To sum up, while recent advancements in artificial intelligence bring positive and groundbreaking tools, it also creates or reinvents harmful ways to use it. It is not possible to stop society from using AI anymore, as time passes more ethical and legal challenges will surge and it is crucial to identify and address these challenges so it continues to contribute positively to society.</a:t>
            </a:r>
            <a:endParaRPr/>
          </a:p>
          <a:p>
            <a:pPr indent="0" lvl="0" marL="0" marR="0" rtl="0" algn="l">
              <a:lnSpc>
                <a:spcPct val="100000"/>
              </a:lnSpc>
              <a:spcBef>
                <a:spcPts val="0"/>
              </a:spcBef>
              <a:spcAft>
                <a:spcPts val="0"/>
              </a:spcAft>
              <a:buNone/>
            </a:pPr>
            <a:r>
              <a:t/>
            </a:r>
            <a:endParaRPr b="0" i="0" sz="3600" u="none">
              <a:solidFill>
                <a:schemeClr val="dk1"/>
              </a:solidFill>
              <a:latin typeface="Arial"/>
              <a:ea typeface="Arial"/>
              <a:cs typeface="Arial"/>
              <a:sym typeface="Arial"/>
            </a:endParaRPr>
          </a:p>
        </p:txBody>
      </p:sp>
      <p:grpSp>
        <p:nvGrpSpPr>
          <p:cNvPr id="105" name="Google Shape;105;p13"/>
          <p:cNvGrpSpPr/>
          <p:nvPr/>
        </p:nvGrpSpPr>
        <p:grpSpPr>
          <a:xfrm>
            <a:off x="15033717" y="11476908"/>
            <a:ext cx="12885811" cy="2124212"/>
            <a:chOff x="14894284" y="5068979"/>
            <a:chExt cx="12887100" cy="2124000"/>
          </a:xfrm>
        </p:grpSpPr>
        <p:sp>
          <p:nvSpPr>
            <p:cNvPr id="106" name="Google Shape;106;p13"/>
            <p:cNvSpPr txBox="1"/>
            <p:nvPr/>
          </p:nvSpPr>
          <p:spPr>
            <a:xfrm>
              <a:off x="14894284" y="5068979"/>
              <a:ext cx="128871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684"/>
                </a:buClr>
                <a:buSzPts val="6600"/>
                <a:buFont typeface="Arial"/>
                <a:buNone/>
              </a:pPr>
              <a:r>
                <a:rPr b="1" lang="en-US" sz="6600">
                  <a:solidFill>
                    <a:srgbClr val="006684"/>
                  </a:solidFill>
                </a:rPr>
                <a:t>Real-world use case and its impact</a:t>
              </a:r>
              <a:endParaRPr/>
            </a:p>
          </p:txBody>
        </p:sp>
        <p:cxnSp>
          <p:nvCxnSpPr>
            <p:cNvPr id="107" name="Google Shape;107;p13"/>
            <p:cNvCxnSpPr/>
            <p:nvPr/>
          </p:nvCxnSpPr>
          <p:spPr>
            <a:xfrm flipH="1" rot="10800000">
              <a:off x="15019206" y="5195636"/>
              <a:ext cx="12745514" cy="1"/>
            </a:xfrm>
            <a:prstGeom prst="straightConnector1">
              <a:avLst/>
            </a:prstGeom>
            <a:noFill/>
            <a:ln cap="flat" cmpd="sng" w="12700">
              <a:solidFill>
                <a:srgbClr val="006684"/>
              </a:solidFill>
              <a:prstDash val="solid"/>
              <a:miter lim="8000"/>
              <a:headEnd len="med" w="med" type="none"/>
              <a:tailEnd len="med" w="med" type="none"/>
            </a:ln>
          </p:spPr>
        </p:cxnSp>
      </p:grpSp>
      <p:sp>
        <p:nvSpPr>
          <p:cNvPr id="108" name="Google Shape;108;p13"/>
          <p:cNvSpPr txBox="1"/>
          <p:nvPr/>
        </p:nvSpPr>
        <p:spPr>
          <a:xfrm>
            <a:off x="28917900" y="24431875"/>
            <a:ext cx="12306300" cy="4697700"/>
          </a:xfrm>
          <a:prstGeom prst="rect">
            <a:avLst/>
          </a:prstGeom>
          <a:noFill/>
          <a:ln>
            <a:noFill/>
          </a:ln>
        </p:spPr>
        <p:txBody>
          <a:bodyPr anchorCtr="0" anchor="t" bIns="45700" lIns="91425" spcFirstLastPara="1" rIns="91425" wrap="square" tIns="45700">
            <a:spAutoFit/>
          </a:bodyPr>
          <a:lstStyle/>
          <a:p>
            <a:pPr indent="0" lvl="0" marL="0" marR="0" rtl="0" algn="l">
              <a:lnSpc>
                <a:spcPct val="61111"/>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References</a:t>
            </a:r>
            <a:endParaRPr b="0" i="0" sz="3600" u="none">
              <a:solidFill>
                <a:schemeClr val="dk1"/>
              </a:solidFill>
              <a:latin typeface="Arial"/>
              <a:ea typeface="Arial"/>
              <a:cs typeface="Arial"/>
              <a:sym typeface="Arial"/>
            </a:endParaRPr>
          </a:p>
          <a:p>
            <a:pPr indent="0" lvl="0" marL="0" marR="0" rtl="0" algn="l">
              <a:lnSpc>
                <a:spcPct val="146666"/>
              </a:lnSpc>
              <a:spcBef>
                <a:spcPts val="1200"/>
              </a:spcBef>
              <a:spcAft>
                <a:spcPts val="0"/>
              </a:spcAft>
              <a:buClr>
                <a:schemeClr val="dk1"/>
              </a:buClr>
              <a:buSzPts val="1500"/>
              <a:buFont typeface="Arial"/>
              <a:buNone/>
            </a:pPr>
            <a:r>
              <a:rPr lang="en-US" sz="1600">
                <a:solidFill>
                  <a:schemeClr val="dk1"/>
                </a:solidFill>
              </a:rPr>
              <a:t>Caballar, R.D. and Stryker, C. (2025). What is computer vision? | IBM. [online] Ibm.com. Available at: https://www.ibm.com/think/topics/computer-vision.</a:t>
            </a:r>
            <a:endParaRPr sz="1600">
              <a:solidFill>
                <a:schemeClr val="dk1"/>
              </a:solidFill>
            </a:endParaRPr>
          </a:p>
          <a:p>
            <a:pPr indent="0" lvl="0" marL="0" marR="0" rtl="0" algn="l">
              <a:lnSpc>
                <a:spcPct val="146666"/>
              </a:lnSpc>
              <a:spcBef>
                <a:spcPts val="1200"/>
              </a:spcBef>
              <a:spcAft>
                <a:spcPts val="0"/>
              </a:spcAft>
              <a:buClr>
                <a:schemeClr val="dk1"/>
              </a:buClr>
              <a:buSzPts val="1500"/>
              <a:buFont typeface="Arial"/>
              <a:buNone/>
            </a:pPr>
            <a:r>
              <a:rPr lang="en-US" sz="1600">
                <a:solidFill>
                  <a:schemeClr val="dk1"/>
                </a:solidFill>
              </a:rPr>
              <a:t>Chen, H. and Magramo, K. (2024). Finance worker pays out $25 million after video call with deepfake ‘chief financial officer’. [online] CNN. Available at: https://edition.cnn.com/2024/02/04/asia/deepfake-cfo-scam-hong-kong-intl-hnk [Accessed 22 Oct. 2026].</a:t>
            </a:r>
            <a:endParaRPr sz="1600">
              <a:solidFill>
                <a:schemeClr val="dk1"/>
              </a:solidFill>
            </a:endParaRPr>
          </a:p>
          <a:p>
            <a:pPr indent="0" lvl="0" marL="0" marR="0" rtl="0" algn="l">
              <a:lnSpc>
                <a:spcPct val="146666"/>
              </a:lnSpc>
              <a:spcBef>
                <a:spcPts val="1200"/>
              </a:spcBef>
              <a:spcAft>
                <a:spcPts val="0"/>
              </a:spcAft>
              <a:buClr>
                <a:schemeClr val="dk1"/>
              </a:buClr>
              <a:buSzPts val="1500"/>
              <a:buFont typeface="Arial"/>
              <a:buNone/>
            </a:pPr>
            <a:r>
              <a:rPr lang="en-US" sz="1600">
                <a:solidFill>
                  <a:schemeClr val="dk1"/>
                </a:solidFill>
              </a:rPr>
              <a:t>Priyanga, M.G., Kumar Pandey, A., Aathif H, M., Shankar K B, V. and Kumar S, S. (2026). Deepfake shield: An intelligent deepfake detection system. International Scientific Journal of Engineering &amp; Management, 5(4), pp.pp. 1–8. doi:10.55041/ISJEM06433.</a:t>
            </a:r>
            <a:endParaRPr sz="1600">
              <a:solidFill>
                <a:schemeClr val="dk1"/>
              </a:solidFill>
            </a:endParaRPr>
          </a:p>
          <a:p>
            <a:pPr indent="0" lvl="0" marL="0" marR="0" rtl="0" algn="l">
              <a:lnSpc>
                <a:spcPct val="146666"/>
              </a:lnSpc>
              <a:spcBef>
                <a:spcPts val="1200"/>
              </a:spcBef>
              <a:spcAft>
                <a:spcPts val="0"/>
              </a:spcAft>
              <a:buClr>
                <a:schemeClr val="dk1"/>
              </a:buClr>
              <a:buSzPts val="1500"/>
              <a:buFont typeface="Arial"/>
              <a:buNone/>
            </a:pPr>
            <a:r>
              <a:rPr lang="en-US" sz="1600">
                <a:solidFill>
                  <a:schemeClr val="dk1"/>
                </a:solidFill>
              </a:rPr>
              <a:t>Umé, C. (2026). Chris Umé (@vfxchrisume) on X. [online] X (formerly Twitter). Available at: https://x.com/vfxchrisume [Accessed 22 Oct. 2026].</a:t>
            </a:r>
            <a:endParaRPr sz="1600">
              <a:solidFill>
                <a:schemeClr val="dk1"/>
              </a:solidFill>
            </a:endParaRPr>
          </a:p>
          <a:p>
            <a:pPr indent="0" lvl="0" marL="0" marR="0" rtl="0" algn="l">
              <a:lnSpc>
                <a:spcPct val="146666"/>
              </a:lnSpc>
              <a:spcBef>
                <a:spcPts val="1200"/>
              </a:spcBef>
              <a:spcAft>
                <a:spcPts val="0"/>
              </a:spcAft>
              <a:buClr>
                <a:schemeClr val="dk1"/>
              </a:buClr>
              <a:buSzPts val="1500"/>
              <a:buFont typeface="Arial"/>
              <a:buNone/>
            </a:pPr>
            <a:r>
              <a:rPr lang="en-US" sz="1600">
                <a:solidFill>
                  <a:schemeClr val="dk1"/>
                </a:solidFill>
              </a:rPr>
              <a:t>Verma, Y. (2025). Artificial intelligence-driven robotics: Foundations, architectures, applications, and future directions. International Scientific Journal of Engineering &amp; Management, 4(12), pp.1–6. doi:10.55041/ISJEM05307.</a:t>
            </a:r>
            <a:endParaRPr sz="1600">
              <a:solidFill>
                <a:schemeClr val="dk1"/>
              </a:solidFill>
            </a:endParaRPr>
          </a:p>
        </p:txBody>
      </p:sp>
      <p:grpSp>
        <p:nvGrpSpPr>
          <p:cNvPr id="109" name="Google Shape;109;p13"/>
          <p:cNvGrpSpPr/>
          <p:nvPr/>
        </p:nvGrpSpPr>
        <p:grpSpPr>
          <a:xfrm>
            <a:off x="29013343" y="14385295"/>
            <a:ext cx="12885817" cy="1108107"/>
            <a:chOff x="14894284" y="5068979"/>
            <a:chExt cx="12887106" cy="1107996"/>
          </a:xfrm>
        </p:grpSpPr>
        <p:sp>
          <p:nvSpPr>
            <p:cNvPr id="110" name="Google Shape;110;p13"/>
            <p:cNvSpPr txBox="1"/>
            <p:nvPr/>
          </p:nvSpPr>
          <p:spPr>
            <a:xfrm>
              <a:off x="14894284" y="5068979"/>
              <a:ext cx="12887106" cy="11079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684"/>
                </a:buClr>
                <a:buSzPts val="6600"/>
                <a:buFont typeface="Arial"/>
                <a:buNone/>
              </a:pPr>
              <a:r>
                <a:rPr b="1" i="0" lang="en-US" sz="6600" u="none">
                  <a:solidFill>
                    <a:srgbClr val="006684"/>
                  </a:solidFill>
                  <a:latin typeface="Arial"/>
                  <a:ea typeface="Arial"/>
                  <a:cs typeface="Arial"/>
                  <a:sym typeface="Arial"/>
                </a:rPr>
                <a:t>Conclusions</a:t>
              </a:r>
              <a:endParaRPr/>
            </a:p>
          </p:txBody>
        </p:sp>
        <p:cxnSp>
          <p:nvCxnSpPr>
            <p:cNvPr id="111" name="Google Shape;111;p13"/>
            <p:cNvCxnSpPr/>
            <p:nvPr/>
          </p:nvCxnSpPr>
          <p:spPr>
            <a:xfrm flipH="1" rot="10800000">
              <a:off x="15019206" y="5195636"/>
              <a:ext cx="12745514" cy="1"/>
            </a:xfrm>
            <a:prstGeom prst="straightConnector1">
              <a:avLst/>
            </a:prstGeom>
            <a:noFill/>
            <a:ln cap="flat" cmpd="sng" w="12700">
              <a:solidFill>
                <a:srgbClr val="006684"/>
              </a:solidFill>
              <a:prstDash val="solid"/>
              <a:miter lim="8000"/>
              <a:headEnd len="med" w="med" type="none"/>
              <a:tailEnd len="med" w="med" type="none"/>
            </a:ln>
          </p:spPr>
        </p:cxnSp>
      </p:grpSp>
      <p:sp>
        <p:nvSpPr>
          <p:cNvPr id="112" name="Google Shape;112;p13"/>
          <p:cNvSpPr txBox="1"/>
          <p:nvPr/>
        </p:nvSpPr>
        <p:spPr>
          <a:xfrm>
            <a:off x="15016163" y="13673450"/>
            <a:ext cx="12936600" cy="6033900"/>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Clr>
                <a:schemeClr val="dk1"/>
              </a:buClr>
              <a:buSzPts val="3600"/>
              <a:buFont typeface="Helvetica Neue"/>
              <a:buNone/>
            </a:pPr>
            <a:r>
              <a:rPr lang="en-US" sz="3600">
                <a:solidFill>
                  <a:schemeClr val="dk1"/>
                </a:solidFill>
                <a:latin typeface="Helvetica Neue"/>
                <a:ea typeface="Helvetica Neue"/>
                <a:cs typeface="Helvetica Neue"/>
                <a:sym typeface="Helvetica Neue"/>
              </a:rPr>
              <a:t>A finance employee of a Hong Kong company joined a video conference meeting with who appeared to be the company’s chief financial officer and colleagues while being asked to realise a secret transfer, he agreed to transfer the amount of 200 million Hong Kong dollars(around $25 million), due to seeing his colleagues and chief on the meeting, learning later on that everyone he saw on the meeting besides him were fake.(Chen and Magramo, 2024)</a:t>
            </a:r>
            <a:endParaRPr/>
          </a:p>
        </p:txBody>
      </p:sp>
      <p:sp>
        <p:nvSpPr>
          <p:cNvPr id="113" name="Google Shape;113;p13"/>
          <p:cNvSpPr txBox="1"/>
          <p:nvPr/>
        </p:nvSpPr>
        <p:spPr>
          <a:xfrm>
            <a:off x="0" y="-58737"/>
            <a:ext cx="42808525" cy="3211512"/>
          </a:xfrm>
          <a:prstGeom prst="rect">
            <a:avLst/>
          </a:prstGeom>
          <a:solidFill>
            <a:srgbClr val="00668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300" u="none">
              <a:solidFill>
                <a:schemeClr val="dk1"/>
              </a:solidFill>
              <a:latin typeface="Arial"/>
              <a:ea typeface="Arial"/>
              <a:cs typeface="Arial"/>
              <a:sym typeface="Arial"/>
            </a:endParaRPr>
          </a:p>
        </p:txBody>
      </p:sp>
      <p:sp>
        <p:nvSpPr>
          <p:cNvPr id="114" name="Google Shape;114;p13"/>
          <p:cNvSpPr txBox="1"/>
          <p:nvPr/>
        </p:nvSpPr>
        <p:spPr>
          <a:xfrm>
            <a:off x="955675" y="150812"/>
            <a:ext cx="317961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15151"/>
              </a:lnSpc>
              <a:spcBef>
                <a:spcPts val="0"/>
              </a:spcBef>
              <a:spcAft>
                <a:spcPts val="0"/>
              </a:spcAft>
              <a:buClr>
                <a:schemeClr val="lt1"/>
              </a:buClr>
              <a:buSzPts val="6600"/>
              <a:buFont typeface="Arial"/>
              <a:buNone/>
            </a:pPr>
            <a:r>
              <a:rPr b="1" lang="en-US" sz="6600">
                <a:solidFill>
                  <a:schemeClr val="lt1"/>
                </a:solidFill>
              </a:rPr>
              <a:t>Ethical, legal and social impacts of computer vision</a:t>
            </a:r>
            <a:endParaRPr/>
          </a:p>
        </p:txBody>
      </p:sp>
      <p:sp>
        <p:nvSpPr>
          <p:cNvPr id="115" name="Google Shape;115;p13"/>
          <p:cNvSpPr txBox="1"/>
          <p:nvPr/>
        </p:nvSpPr>
        <p:spPr>
          <a:xfrm>
            <a:off x="992187" y="2374900"/>
            <a:ext cx="35269500" cy="6156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1"/>
              </a:buClr>
              <a:buSzPts val="4000"/>
              <a:buFont typeface="Arial"/>
              <a:buNone/>
            </a:pPr>
            <a:r>
              <a:rPr b="1" lang="en-US" sz="4000">
                <a:solidFill>
                  <a:schemeClr val="lt1"/>
                </a:solidFill>
              </a:rPr>
              <a:t>Breno Valle de Aguiar</a:t>
            </a:r>
            <a:endParaRPr/>
          </a:p>
        </p:txBody>
      </p:sp>
      <p:sp>
        <p:nvSpPr>
          <p:cNvPr id="116" name="Google Shape;116;p13"/>
          <p:cNvSpPr txBox="1"/>
          <p:nvPr/>
        </p:nvSpPr>
        <p:spPr>
          <a:xfrm>
            <a:off x="974725" y="3211512"/>
            <a:ext cx="9594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41666"/>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BSc (</a:t>
            </a:r>
            <a:r>
              <a:rPr lang="en-US" sz="2400">
                <a:solidFill>
                  <a:schemeClr val="dk1"/>
                </a:solidFill>
              </a:rPr>
              <a:t>Hons) in Computing in IT</a:t>
            </a:r>
            <a:endParaRPr/>
          </a:p>
        </p:txBody>
      </p:sp>
      <p:pic>
        <p:nvPicPr>
          <p:cNvPr descr="A blue and black text&#10;&#10;Description automatically generated" id="117" name="Google Shape;117;p13"/>
          <p:cNvPicPr preferRelativeResize="0"/>
          <p:nvPr/>
        </p:nvPicPr>
        <p:blipFill rotWithShape="1">
          <a:blip r:embed="rId3">
            <a:alphaModFix/>
          </a:blip>
          <a:srcRect b="0" l="0" r="0" t="0"/>
          <a:stretch/>
        </p:blipFill>
        <p:spPr>
          <a:xfrm>
            <a:off x="34945637" y="625475"/>
            <a:ext cx="6784975" cy="1789112"/>
          </a:xfrm>
          <a:prstGeom prst="rect">
            <a:avLst/>
          </a:prstGeom>
          <a:noFill/>
          <a:ln>
            <a:noFill/>
          </a:ln>
        </p:spPr>
      </p:pic>
      <p:sp>
        <p:nvSpPr>
          <p:cNvPr id="118" name="Google Shape;118;p13"/>
          <p:cNvSpPr txBox="1"/>
          <p:nvPr/>
        </p:nvSpPr>
        <p:spPr>
          <a:xfrm>
            <a:off x="15016163" y="5141149"/>
            <a:ext cx="12936600" cy="6033900"/>
          </a:xfrm>
          <a:prstGeom prst="rect">
            <a:avLst/>
          </a:prstGeom>
          <a:noFill/>
          <a:ln>
            <a:noFill/>
          </a:ln>
        </p:spPr>
        <p:txBody>
          <a:bodyPr anchorCtr="0" anchor="t" bIns="45700" lIns="91425" spcFirstLastPara="1" rIns="91425" wrap="square" tIns="45700">
            <a:spAutoFit/>
          </a:bodyPr>
          <a:lstStyle/>
          <a:p>
            <a:pPr indent="0" lvl="0" marL="0" marR="0" rtl="0" algn="just">
              <a:lnSpc>
                <a:spcPct val="138888"/>
              </a:lnSpc>
              <a:spcBef>
                <a:spcPts val="0"/>
              </a:spcBef>
              <a:spcAft>
                <a:spcPts val="0"/>
              </a:spcAft>
              <a:buClr>
                <a:schemeClr val="dk1"/>
              </a:buClr>
              <a:buSzPts val="3600"/>
              <a:buFont typeface="Helvetica Neue"/>
              <a:buNone/>
            </a:pPr>
            <a:r>
              <a:rPr lang="en-US" sz="3600">
                <a:solidFill>
                  <a:schemeClr val="dk1"/>
                </a:solidFill>
                <a:latin typeface="Helvetica Neue"/>
                <a:ea typeface="Helvetica Neue"/>
                <a:cs typeface="Helvetica Neue"/>
                <a:sym typeface="Helvetica Neue"/>
              </a:rPr>
              <a:t>However deep learning has evolved as the solution for detecting deepfake media. In this case, convolutional neural networks(CNNs) are specifically effective in this task due to being able to automatically learn hierarchical feature representations from images. By identifying subtle inconsistencies in facial textures, lighting patterns and spatial structures, deepfake media can be detected.(Priyanga et al., 2026, p.1)</a:t>
            </a:r>
            <a:endParaRPr/>
          </a:p>
        </p:txBody>
      </p:sp>
      <p:pic>
        <p:nvPicPr>
          <p:cNvPr id="119" name="Google Shape;119;p13"/>
          <p:cNvPicPr preferRelativeResize="0"/>
          <p:nvPr/>
        </p:nvPicPr>
        <p:blipFill>
          <a:blip r:embed="rId4">
            <a:alphaModFix/>
          </a:blip>
          <a:stretch>
            <a:fillRect/>
          </a:stretch>
        </p:blipFill>
        <p:spPr>
          <a:xfrm>
            <a:off x="15182500" y="20196403"/>
            <a:ext cx="5105181" cy="7738650"/>
          </a:xfrm>
          <a:prstGeom prst="rect">
            <a:avLst/>
          </a:prstGeom>
          <a:noFill/>
          <a:ln>
            <a:noFill/>
          </a:ln>
        </p:spPr>
      </p:pic>
      <p:sp>
        <p:nvSpPr>
          <p:cNvPr id="120" name="Google Shape;120;p13"/>
          <p:cNvSpPr/>
          <p:nvPr/>
        </p:nvSpPr>
        <p:spPr>
          <a:xfrm>
            <a:off x="20891663" y="23623663"/>
            <a:ext cx="1001100" cy="808200"/>
          </a:xfrm>
          <a:prstGeom prst="rightArrow">
            <a:avLst>
              <a:gd fmla="val 50000" name="adj1"/>
              <a:gd fmla="val 50000" name="adj2"/>
            </a:avLst>
          </a:prstGeom>
          <a:solidFill>
            <a:schemeClr val="lt1"/>
          </a:solidFill>
          <a:ln cap="flat" cmpd="sng" w="9525">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6CFF"/>
              </a:solidFill>
              <a:latin typeface="Times New Roman"/>
              <a:ea typeface="Times New Roman"/>
              <a:cs typeface="Times New Roman"/>
              <a:sym typeface="Times New Roman"/>
            </a:endParaRPr>
          </a:p>
        </p:txBody>
      </p:sp>
      <p:pic>
        <p:nvPicPr>
          <p:cNvPr id="121" name="Google Shape;121;p13"/>
          <p:cNvPicPr preferRelativeResize="0"/>
          <p:nvPr/>
        </p:nvPicPr>
        <p:blipFill>
          <a:blip r:embed="rId5">
            <a:alphaModFix/>
          </a:blip>
          <a:stretch>
            <a:fillRect/>
          </a:stretch>
        </p:blipFill>
        <p:spPr>
          <a:xfrm>
            <a:off x="32518463" y="5116101"/>
            <a:ext cx="5105175" cy="7680937"/>
          </a:xfrm>
          <a:prstGeom prst="rect">
            <a:avLst/>
          </a:prstGeom>
          <a:noFill/>
          <a:ln>
            <a:noFill/>
          </a:ln>
        </p:spPr>
      </p:pic>
      <p:pic>
        <p:nvPicPr>
          <p:cNvPr id="122" name="Google Shape;122;p13"/>
          <p:cNvPicPr preferRelativeResize="0"/>
          <p:nvPr/>
        </p:nvPicPr>
        <p:blipFill>
          <a:blip r:embed="rId6">
            <a:alphaModFix/>
          </a:blip>
          <a:stretch>
            <a:fillRect/>
          </a:stretch>
        </p:blipFill>
        <p:spPr>
          <a:xfrm>
            <a:off x="22496775" y="20158450"/>
            <a:ext cx="5262254" cy="7738650"/>
          </a:xfrm>
          <a:prstGeom prst="rect">
            <a:avLst/>
          </a:prstGeom>
          <a:noFill/>
          <a:ln>
            <a:noFill/>
          </a:ln>
        </p:spPr>
      </p:pic>
      <p:sp>
        <p:nvSpPr>
          <p:cNvPr id="123" name="Google Shape;123;p13"/>
          <p:cNvSpPr/>
          <p:nvPr/>
        </p:nvSpPr>
        <p:spPr>
          <a:xfrm>
            <a:off x="30309288" y="8552463"/>
            <a:ext cx="1001100" cy="808200"/>
          </a:xfrm>
          <a:prstGeom prst="rightArrow">
            <a:avLst>
              <a:gd fmla="val 50000" name="adj1"/>
              <a:gd fmla="val 50000" name="adj2"/>
            </a:avLst>
          </a:prstGeom>
          <a:solidFill>
            <a:schemeClr val="lt1"/>
          </a:solidFill>
          <a:ln cap="flat" cmpd="sng" w="9525">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6CFF"/>
              </a:solidFill>
              <a:latin typeface="Times New Roman"/>
              <a:ea typeface="Times New Roman"/>
              <a:cs typeface="Times New Roman"/>
              <a:sym typeface="Times New Roman"/>
            </a:endParaRPr>
          </a:p>
        </p:txBody>
      </p:sp>
      <p:sp>
        <p:nvSpPr>
          <p:cNvPr id="124" name="Google Shape;124;p13"/>
          <p:cNvSpPr txBox="1"/>
          <p:nvPr/>
        </p:nvSpPr>
        <p:spPr>
          <a:xfrm>
            <a:off x="22496775" y="28105400"/>
            <a:ext cx="5380200" cy="985200"/>
          </a:xfrm>
          <a:prstGeom prst="rect">
            <a:avLst/>
          </a:prstGeom>
          <a:noFill/>
          <a:ln>
            <a:noFill/>
          </a:ln>
        </p:spPr>
        <p:txBody>
          <a:bodyPr anchorCtr="0" anchor="t" bIns="45700" lIns="91425" spcFirstLastPara="1" rIns="91425" wrap="square" tIns="45700">
            <a:spAutoFit/>
          </a:bodyPr>
          <a:lstStyle/>
          <a:p>
            <a:pPr indent="0" lvl="0" marL="0" marR="0" rtl="0" algn="l">
              <a:lnSpc>
                <a:spcPct val="141666"/>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Fig. </a:t>
            </a:r>
            <a:r>
              <a:rPr b="1" lang="en-US" sz="2400">
                <a:solidFill>
                  <a:schemeClr val="dk1"/>
                </a:solidFill>
              </a:rPr>
              <a:t>2 </a:t>
            </a:r>
            <a:r>
              <a:rPr i="0" lang="en-US" sz="2400" u="none">
                <a:solidFill>
                  <a:schemeClr val="dk1"/>
                </a:solidFill>
              </a:rPr>
              <a:t>Tom Cruise</a:t>
            </a:r>
            <a:r>
              <a:rPr b="1" i="0" lang="en-US" sz="2400" u="none">
                <a:solidFill>
                  <a:schemeClr val="dk1"/>
                </a:solidFill>
                <a:latin typeface="Arial"/>
                <a:ea typeface="Arial"/>
                <a:cs typeface="Arial"/>
                <a:sym typeface="Arial"/>
              </a:rPr>
              <a:t> </a:t>
            </a:r>
            <a:r>
              <a:rPr i="0" lang="en-US" sz="2400" u="none">
                <a:solidFill>
                  <a:schemeClr val="dk1"/>
                </a:solidFill>
              </a:rPr>
              <a:t>Deep</a:t>
            </a:r>
            <a:r>
              <a:rPr lang="en-US" sz="2400">
                <a:solidFill>
                  <a:schemeClr val="dk1"/>
                </a:solidFill>
              </a:rPr>
              <a:t>fake </a:t>
            </a:r>
            <a:r>
              <a:rPr lang="en-US" sz="2400">
                <a:solidFill>
                  <a:schemeClr val="dk1"/>
                </a:solidFill>
              </a:rPr>
              <a:t>step</a:t>
            </a:r>
            <a:r>
              <a:rPr lang="en-US" sz="2400">
                <a:solidFill>
                  <a:schemeClr val="dk1"/>
                </a:solidFill>
              </a:rPr>
              <a:t> 2. Credits to Umé (2026)</a:t>
            </a:r>
            <a:endParaRPr/>
          </a:p>
        </p:txBody>
      </p:sp>
      <p:sp>
        <p:nvSpPr>
          <p:cNvPr id="125" name="Google Shape;125;p13"/>
          <p:cNvSpPr txBox="1"/>
          <p:nvPr/>
        </p:nvSpPr>
        <p:spPr>
          <a:xfrm>
            <a:off x="32480700" y="12930625"/>
            <a:ext cx="5672700" cy="985200"/>
          </a:xfrm>
          <a:prstGeom prst="rect">
            <a:avLst/>
          </a:prstGeom>
          <a:noFill/>
          <a:ln>
            <a:noFill/>
          </a:ln>
        </p:spPr>
        <p:txBody>
          <a:bodyPr anchorCtr="0" anchor="t" bIns="45700" lIns="91425" spcFirstLastPara="1" rIns="91425" wrap="square" tIns="45700">
            <a:spAutoFit/>
          </a:bodyPr>
          <a:lstStyle/>
          <a:p>
            <a:pPr indent="0" lvl="0" marL="0" marR="0" rtl="0" algn="l">
              <a:lnSpc>
                <a:spcPct val="141666"/>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Fig. </a:t>
            </a:r>
            <a:r>
              <a:rPr b="1" lang="en-US" sz="2400">
                <a:solidFill>
                  <a:schemeClr val="dk1"/>
                </a:solidFill>
              </a:rPr>
              <a:t>3</a:t>
            </a:r>
            <a:r>
              <a:rPr b="1" lang="en-US" sz="2400">
                <a:solidFill>
                  <a:schemeClr val="dk1"/>
                </a:solidFill>
              </a:rPr>
              <a:t> </a:t>
            </a:r>
            <a:r>
              <a:rPr i="0" lang="en-US" sz="2400" u="none">
                <a:solidFill>
                  <a:schemeClr val="dk1"/>
                </a:solidFill>
              </a:rPr>
              <a:t>Tom Cruise</a:t>
            </a:r>
            <a:r>
              <a:rPr b="1" i="0" lang="en-US" sz="2400" u="none">
                <a:solidFill>
                  <a:schemeClr val="dk1"/>
                </a:solidFill>
                <a:latin typeface="Arial"/>
                <a:ea typeface="Arial"/>
                <a:cs typeface="Arial"/>
                <a:sym typeface="Arial"/>
              </a:rPr>
              <a:t> </a:t>
            </a:r>
            <a:r>
              <a:rPr i="0" lang="en-US" sz="2400" u="none">
                <a:solidFill>
                  <a:schemeClr val="dk1"/>
                </a:solidFill>
              </a:rPr>
              <a:t>Deep</a:t>
            </a:r>
            <a:r>
              <a:rPr lang="en-US" sz="2400">
                <a:solidFill>
                  <a:schemeClr val="dk1"/>
                </a:solidFill>
              </a:rPr>
              <a:t>fake final step. Credits to Umé (2026)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Custom 1">
      <a:dk1>
        <a:srgbClr val="000000"/>
      </a:dk1>
      <a:lt1>
        <a:srgbClr val="FFFFFF"/>
      </a:lt1>
      <a:dk2>
        <a:srgbClr val="000000"/>
      </a:dk2>
      <a:lt2>
        <a:srgbClr val="808080"/>
      </a:lt2>
      <a:accent1>
        <a:srgbClr val="D11242"/>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